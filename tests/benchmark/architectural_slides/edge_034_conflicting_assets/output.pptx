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现状照片与改造立面</a:t>
            </a:r>
            <a:endParaRPr lang="en-US" sz="3400" dirty="0"/>
          </a:p>
        </p:txBody>
      </p:sp>
      <p:pic>
        <p:nvPicPr>
          <p:cNvPr id="3" name="Image 0" descr="C:\Users\navib\Desktop\development\Archium-Agent\tests\benchmark\architectural_slides\edge_034_conflicting_assets\assets\c034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88898"/>
            <a:ext cx="4804715" cy="2303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430158"/>
            <a:ext cx="4804715" cy="505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现状：外立面老旧，缺乏识别性</a:t>
            </a:r>
            <a:endParaRPr lang="en-US" sz="1200" dirty="0"/>
          </a:p>
        </p:txBody>
      </p:sp>
      <p:pic>
        <p:nvPicPr>
          <p:cNvPr id="5" name="Image 1" descr="C:\Users\navib\Desktop\development\Archium-Agent\tests\benchmark\architectural_slides\edge_034_conflicting_assets\assets\c0340002-0001-4001-8001-0000000000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59095" y="1088898"/>
            <a:ext cx="2944825" cy="10890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59095" y="2216094"/>
            <a:ext cx="2944825" cy="23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改造：统一材质，增强标识系统</a:t>
            </a:r>
            <a:endParaRPr lang="en-US" sz="1200" dirty="0"/>
          </a:p>
        </p:txBody>
      </p:sp>
      <p:pic>
        <p:nvPicPr>
          <p:cNvPr id="7" name="Image 2" descr="C:\Users\navib\Desktop\development\Archium-Agent\tests\benchmark\architectural_slides\edge_034_conflicting_assets\assets\c0340003-0001-4001-8001-00000000000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59095" y="2569464"/>
            <a:ext cx="2944825" cy="10890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59095" y="3696660"/>
            <a:ext cx="2944825" cy="239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现状入口尺度局促，导向信息不足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40080" y="4011930"/>
            <a:ext cx="786384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对比现状建筑照片（横图）与改造后立面图（竖图），展示改造前后变化。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现状调研.pdf p.12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现状照片与改造立面</dc:title>
  <dc:subject>现状照片与改造立面</dc:subject>
  <dc:creator>Archium</dc:creator>
  <cp:lastModifiedBy>Archium</cp:lastModifiedBy>
  <cp:revision>1</cp:revision>
  <dcterms:created xsi:type="dcterms:W3CDTF">2026-07-29T13:45:23Z</dcterms:created>
  <dcterms:modified xsi:type="dcterms:W3CDTF">2026-07-29T13:45:23Z</dcterms:modified>
</cp:coreProperties>
</file>