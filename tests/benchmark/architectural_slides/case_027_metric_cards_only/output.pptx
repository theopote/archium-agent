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核心规划指标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指标控制在规划上限内，同时提升公服与绿地比例。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 3.2ha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建面 4.8万㎡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车位 420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规划指标表.pdf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核心规划指标</dc:title>
  <dc:subject>核心规划指标</dc:subject>
  <dc:creator>Archium</dc:creator>
  <cp:lastModifiedBy>Archium</cp:lastModifiedBy>
  <cp:revision>1</cp:revision>
  <dcterms:created xsi:type="dcterms:W3CDTF">2026-07-19T05:58:54Z</dcterms:created>
  <dcterms:modified xsi:type="dcterms:W3CDTF">2026-07-19T05:58:54Z</dcterms:modified>
</cp:coreProperties>
</file>