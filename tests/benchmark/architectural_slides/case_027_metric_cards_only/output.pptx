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CHIUM_PLAN_MASTER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6012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核心规划指标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50798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指标控制在规划上限内，同时提升公服与绿地比例。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1492758"/>
            <a:ext cx="2545080" cy="1255395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92758"/>
            <a:ext cx="2545080" cy="12553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用地 3.2ha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99460" y="1492758"/>
            <a:ext cx="2545080" cy="1255395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9460" y="1492758"/>
            <a:ext cx="2545080" cy="12553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建面 4.8万㎡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958840" y="1492758"/>
            <a:ext cx="2545080" cy="1255395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58840" y="1492758"/>
            <a:ext cx="2545080" cy="12553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容积率 1.5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40080" y="2862453"/>
            <a:ext cx="2545080" cy="1255395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862453"/>
            <a:ext cx="2545080" cy="12553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绿地率 35%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299460" y="2862453"/>
            <a:ext cx="2545080" cy="1255395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9460" y="2862453"/>
            <a:ext cx="2545080" cy="12553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车位 420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0080" y="4530852"/>
            <a:ext cx="550468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规划指标表.pdf p.1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Archium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核心规划指标</dc:title>
  <dc:subject>核心规划指标</dc:subject>
  <dc:creator>Archium</dc:creator>
  <cp:lastModifiedBy>Archium</cp:lastModifiedBy>
  <cp:revision>1</cp:revision>
  <dcterms:created xsi:type="dcterms:W3CDTF">2026-07-29T13:49:45Z</dcterms:created>
  <dcterms:modified xsi:type="dcterms:W3CDTF">2026-07-29T13:49:45Z</dcterms:modified>
</cp:coreProperties>
</file>