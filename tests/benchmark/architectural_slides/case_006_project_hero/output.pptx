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RCHIUM_PLAN_MASTER">
    <p:bg>
      <p:bgPr>
        <a:solidFill>
          <a:srgbClr val="F7F6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navib\Desktop\development\Archium-Agent\tests\benchmark\architectural_slides\case_006_project_hero\assets\c0060001-0001-4001-8001-000000000001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40080" y="833628"/>
            <a:ext cx="6684264" cy="3540252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40080" y="411480"/>
            <a:ext cx="2752344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城市更新医疗综合体方案</a:t>
            </a:r>
            <a:endParaRPr lang="en-US" sz="3400" dirty="0"/>
          </a:p>
        </p:txBody>
      </p:sp>
      <p:sp>
        <p:nvSpPr>
          <p:cNvPr id="4" name="Text 1"/>
          <p:cNvSpPr/>
          <p:nvPr/>
        </p:nvSpPr>
        <p:spPr>
          <a:xfrm>
            <a:off x="7476744" y="833628"/>
            <a:ext cx="1027176" cy="177012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开放内院串联门诊、急救与科研，重塑院区公共性。</a:t>
            </a:r>
            <a:endParaRPr lang="en-US" sz="1600" dirty="0"/>
          </a:p>
        </p:txBody>
      </p:sp>
      <p:sp>
        <p:nvSpPr>
          <p:cNvPr id="5" name="Text 2"/>
          <p:cNvSpPr/>
          <p:nvPr/>
        </p:nvSpPr>
        <p:spPr>
          <a:xfrm>
            <a:off x="640080" y="4519994"/>
            <a:ext cx="5504688" cy="212027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方案图册.pdf p.1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Archium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城市更新医疗综合体方案</dc:title>
  <dc:subject>城市更新医疗综合体方案</dc:subject>
  <dc:creator>Archium</dc:creator>
  <cp:lastModifiedBy>Archium</cp:lastModifiedBy>
  <cp:revision>1</cp:revision>
  <dcterms:created xsi:type="dcterms:W3CDTF">2026-07-29T12:07:09Z</dcterms:created>
  <dcterms:modified xsi:type="dcterms:W3CDTF">2026-07-29T12:07:09Z</dcterms:modified>
</cp:coreProperties>
</file>