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6684264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476744" y="1050798"/>
            <a:ext cx="1027176" cy="16615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2026-07-29T12:12:39Z</dcterms:created>
  <dcterms:modified xsi:type="dcterms:W3CDTF">2026-07-29T12:12:39Z</dcterms:modified>
</cp:coreProperties>
</file>