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6_project_hero\assets\c00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833628"/>
            <a:ext cx="6684264" cy="35402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27523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7476744" y="833628"/>
            <a:ext cx="1027176" cy="17701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以开放内院串联门诊、急救与科研，重塑院区公共性。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40080" y="4519994"/>
            <a:ext cx="5504688" cy="2120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2026-07-29T12:00:25Z</dcterms:created>
  <dcterms:modified xsi:type="dcterms:W3CDTF">2026-07-29T12:00:25Z</dcterms:modified>
</cp:coreProperties>
</file>