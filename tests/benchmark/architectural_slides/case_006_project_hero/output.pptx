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6_project_hero\assets\c00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6684264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城市更新医疗综合体方案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7476744" y="1050798"/>
            <a:ext cx="1027176" cy="16615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开放内院串联门诊、急救与科研，重塑院区公共性。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城市更新医疗综合体方案</dc:title>
  <dc:subject>城市更新医疗综合体方案</dc:subject>
  <dc:creator>Archium</dc:creator>
  <cp:lastModifiedBy>Archium</cp:lastModifiedBy>
  <cp:revision>1</cp:revision>
  <dcterms:created xsi:type="dcterms:W3CDTF">2026-07-29T13:03:57Z</dcterms:created>
  <dcterms:modified xsi:type="dcterms:W3CDTF">2026-07-29T13:03:57Z</dcterms:modified>
</cp:coreProperties>
</file>