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31285" y="1126998"/>
            <a:ext cx="4472635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4168445" y="2548509"/>
            <a:ext cx="41983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126998"/>
            <a:ext cx="3238805" cy="16043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2026-07-19T07:09:41Z</dcterms:created>
  <dcterms:modified xsi:type="dcterms:W3CDTF">2026-07-19T07:09:41Z</dcterms:modified>
</cp:coreProperties>
</file>