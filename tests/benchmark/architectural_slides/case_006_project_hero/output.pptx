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31285" y="1028700"/>
            <a:ext cx="4472635" cy="3307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4168445" y="2499360"/>
            <a:ext cx="41983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028700"/>
            <a:ext cx="3238805" cy="1653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以开放内院串联门诊、急救与科研，重塑院区公共性。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2026-07-19T05:20:38Z</dcterms:created>
  <dcterms:modified xsi:type="dcterms:W3CDTF">2026-07-19T05:20:38Z</dcterms:modified>
</cp:coreProperties>
</file>