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1285" y="1147572"/>
            <a:ext cx="4472635" cy="3188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47572"/>
            <a:ext cx="3238805" cy="1594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2026-07-28T06:10:37Z</dcterms:created>
  <dcterms:modified xsi:type="dcterms:W3CDTF">2026-07-28T06:10:37Z</dcterms:modified>
</cp:coreProperties>
</file>