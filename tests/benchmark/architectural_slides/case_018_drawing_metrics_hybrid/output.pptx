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总平面与核心指标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493971" y="1088898"/>
            <a:ext cx="4009949" cy="3204210"/>
          </a:xfrm>
          <a:prstGeom prst="rect">
            <a:avLst/>
          </a:prstGeom>
          <a:solidFill>
            <a:srgbClr val="F2F3F1"/>
          </a:solidFill>
          <a:ln w="12700">
            <a:solidFill>
              <a:srgbClr val="D9D5CF"/>
            </a:solidFill>
            <a:prstDash val="solid"/>
          </a:ln>
        </p:spPr>
      </p:sp>
      <p:pic>
        <p:nvPicPr>
          <p:cNvPr id="4" name="Image 0" descr="C:\Users\navib\Desktop\development\Archium-Agent\tests\benchmark\architectural_slides\case_018_drawing_metrics_hybrid\assets\c01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3701491" cy="320421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493971" y="1088898"/>
            <a:ext cx="1311250" cy="7726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493971" y="1088898"/>
            <a:ext cx="131125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5843321" y="1088898"/>
            <a:ext cx="1311250" cy="7726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843321" y="1088898"/>
            <a:ext cx="131125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7192670" y="1088898"/>
            <a:ext cx="1311250" cy="77266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192670" y="1088898"/>
            <a:ext cx="131125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4493971" y="1937766"/>
            <a:ext cx="4009949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改造后保留原有结构骨架，新增公共内院与独立急救入口。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493971" y="2611374"/>
            <a:ext cx="4009949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保留结构骨架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新增公共内院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独立急救入口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总平面与核心指标</dc:title>
  <dc:subject>总平面与核心指标</dc:subject>
  <dc:creator>Archium</dc:creator>
  <cp:lastModifiedBy>Archium</cp:lastModifiedBy>
  <cp:revision>1</cp:revision>
  <dcterms:created xsi:type="dcterms:W3CDTF">2026-07-29T13:48:19Z</dcterms:created>
  <dcterms:modified xsi:type="dcterms:W3CDTF">2026-07-29T13:48:19Z</dcterms:modified>
</cp:coreProperties>
</file>