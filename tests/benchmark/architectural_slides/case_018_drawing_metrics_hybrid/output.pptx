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总平面与核心指标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493971" y="1088898"/>
            <a:ext cx="4009949" cy="3204210"/>
          </a:xfrm>
          <a:prstGeom prst="rect">
            <a:avLst/>
          </a:prstGeom>
          <a:solidFill>
            <a:srgbClr val="F2F3F1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4" name="Image 0" descr="C:\Users\navib\Desktop\development\Archium-Agent\tests\benchmark\architectural_slides\case_018_drawing_metrics_hybrid\assets\c018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88898"/>
            <a:ext cx="3701491" cy="32042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93971" y="1088898"/>
            <a:ext cx="1311250" cy="7726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93971" y="1088898"/>
            <a:ext cx="1311250" cy="772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容积率 1.5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843321" y="1088898"/>
            <a:ext cx="1311250" cy="7726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43321" y="1088898"/>
            <a:ext cx="1311250" cy="772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绿地率 35%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192670" y="1088898"/>
            <a:ext cx="1311250" cy="7726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92670" y="1088898"/>
            <a:ext cx="1311250" cy="772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改造范围 2.4ha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493971" y="1937766"/>
            <a:ext cx="4009949" cy="635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改造后保留原有结构骨架，新增公共内院与独立急救入口。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493971" y="2611374"/>
            <a:ext cx="4009949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保留结构骨架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新增公共内院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独立急救入口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方案图册.pdf p.5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总平面与核心指标</dc:title>
  <dc:subject>总平面与核心指标</dc:subject>
  <dc:creator>Archium</dc:creator>
  <cp:lastModifiedBy>Archium</cp:lastModifiedBy>
  <cp:revision>1</cp:revision>
  <dcterms:created xsi:type="dcterms:W3CDTF">2026-07-29T13:22:26Z</dcterms:created>
  <dcterms:modified xsi:type="dcterms:W3CDTF">2026-07-29T13:22:26Z</dcterms:modified>
</cp:coreProperties>
</file>