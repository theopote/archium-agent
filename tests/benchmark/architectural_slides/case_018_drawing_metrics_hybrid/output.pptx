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493971" y="1109472"/>
            <a:ext cx="4009949" cy="3046476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3701491" cy="30464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93971" y="1109472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93971" y="1109472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843321" y="1109472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43321" y="1109472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192670" y="1109472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92670" y="1109472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493971" y="1958340"/>
            <a:ext cx="4009949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493971" y="2631948"/>
            <a:ext cx="400994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2026-07-28T06:54:10Z</dcterms:created>
  <dcterms:modified xsi:type="dcterms:W3CDTF">2026-07-28T06:54:10Z</dcterms:modified>
</cp:coreProperties>
</file>