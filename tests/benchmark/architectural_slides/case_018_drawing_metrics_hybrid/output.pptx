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总平面与核心指标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899160"/>
            <a:ext cx="4009949" cy="3256788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777240" y="2344674"/>
            <a:ext cx="373562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技术图纸缺失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802429" y="899160"/>
            <a:ext cx="120843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容积率 1.5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048959" y="899160"/>
            <a:ext cx="120843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绿地率 35%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7295490" y="899160"/>
            <a:ext cx="120843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改造范围 2.4ha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4802429" y="1615440"/>
            <a:ext cx="3701491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改造后保留原有结构骨架，新增公共内院与独立急救入口。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802429" y="2156460"/>
            <a:ext cx="3701491" cy="1999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保留结构骨架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新增公共内院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独立急救入口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方案图册.pdf p.5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总平面与核心指标</dc:title>
  <dc:subject>总平面与核心指标</dc:subject>
  <dc:creator>Archium</dc:creator>
  <cp:lastModifiedBy>Archium</cp:lastModifiedBy>
  <cp:revision>1</cp:revision>
  <dcterms:created xsi:type="dcterms:W3CDTF">2026-07-19T05:20:40Z</dcterms:created>
  <dcterms:modified xsi:type="dcterms:W3CDTF">2026-07-19T05:20:40Z</dcterms:modified>
</cp:coreProperties>
</file>