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总平面与核心指标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8_drawing_metrics_hybrid\assets\c018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009949" cy="306705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802429" y="1088898"/>
            <a:ext cx="1208430" cy="7726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802429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048959" y="1088898"/>
            <a:ext cx="1208430" cy="7726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48959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7295490" y="1088898"/>
            <a:ext cx="1208430" cy="7726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295490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802429" y="1937766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改造后保留原有结构骨架，新增公共内院与独立急救入口。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802429" y="2611374"/>
            <a:ext cx="3701491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保留结构骨架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新增公共内院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独立急救入口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总平面与核心指标</dc:title>
  <dc:subject>总平面与核心指标</dc:subject>
  <dc:creator>Archium</dc:creator>
  <cp:lastModifiedBy>Archium</cp:lastModifiedBy>
  <cp:revision>1</cp:revision>
  <dcterms:created xsi:type="dcterms:W3CDTF">2026-07-20T16:43:21Z</dcterms:created>
  <dcterms:modified xsi:type="dcterms:W3CDTF">2026-07-20T16:43:21Z</dcterms:modified>
</cp:coreProperties>
</file>