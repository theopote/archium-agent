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6012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总平面与核心指标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640080" y="1088898"/>
            <a:ext cx="4009949" cy="3067050"/>
          </a:xfrm>
          <a:prstGeom prst="rect">
            <a:avLst/>
          </a:prstGeom>
          <a:solidFill>
            <a:srgbClr val="FFFFFF"/>
          </a:solidFill>
          <a:ln w="19050">
            <a:solidFill>
              <a:srgbClr val="C47B2B"/>
            </a:solidFill>
            <a:prstDash val="dash"/>
          </a:ln>
        </p:spPr>
      </p:sp>
      <p:sp>
        <p:nvSpPr>
          <p:cNvPr id="4" name="Text 2"/>
          <p:cNvSpPr/>
          <p:nvPr/>
        </p:nvSpPr>
        <p:spPr>
          <a:xfrm>
            <a:off x="777240" y="2439543"/>
            <a:ext cx="373562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技术图纸缺失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802429" y="1088898"/>
            <a:ext cx="1208430" cy="7726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容积率 1.5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048959" y="1088898"/>
            <a:ext cx="1208430" cy="7726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绿地率 35%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7295490" y="1088898"/>
            <a:ext cx="1208430" cy="7726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改造范围 2.4ha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4802429" y="1937766"/>
            <a:ext cx="3701491" cy="6355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4A4A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改造后保留原有结构骨架，新增公共内院与独立急救入口。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802429" y="2611374"/>
            <a:ext cx="3701491" cy="8412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保留结构骨架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新增公共内院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独立急救入口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40080" y="4530852"/>
            <a:ext cx="5504688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方案图册.pdf p.5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总平面与核心指标</dc:title>
  <dc:subject>总平面与核心指标</dc:subject>
  <dc:creator>Archium</dc:creator>
  <cp:lastModifiedBy>Archium</cp:lastModifiedBy>
  <cp:revision>1</cp:revision>
  <dcterms:created xsi:type="dcterms:W3CDTF">2026-07-19T05:36:59Z</dcterms:created>
  <dcterms:modified xsi:type="dcterms:W3CDTF">2026-07-19T05:36:59Z</dcterms:modified>
</cp:coreProperties>
</file>