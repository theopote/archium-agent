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设计原则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2545080" cy="2934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可达性优先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99460" y="1126998"/>
            <a:ext cx="2545080" cy="2934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公共性重建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58840" y="1126998"/>
            <a:ext cx="2545080" cy="2934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弹性更新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设计原则</dc:title>
  <dc:subject>设计原则</dc:subject>
  <dc:creator>Archium</dc:creator>
  <cp:lastModifiedBy>Archium</cp:lastModifiedBy>
  <cp:revision>1</cp:revision>
  <dcterms:created xsi:type="dcterms:W3CDTF">2026-07-29T13:47:53Z</dcterms:created>
  <dcterms:modified xsi:type="dcterms:W3CDTF">2026-07-29T13:47:53Z</dcterms:modified>
</cp:coreProperties>
</file>