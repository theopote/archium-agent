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从诊断到方案的设计推演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2689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先解决可达性与公共性，再优化科室效率与科研配套。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380744" y="1734068"/>
            <a:ext cx="6382512" cy="32004"/>
          </a:xfrm>
          <a:prstGeom prst="rect">
            <a:avLst/>
          </a:prstGeom>
          <a:solidFill>
            <a:srgbClr val="D9D5C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53896"/>
            <a:ext cx="1481328" cy="2334768"/>
          </a:xfrm>
          <a:prstGeom prst="rect">
            <a:avLst/>
          </a:prstGeom>
          <a:solidFill>
            <a:srgbClr val="FFFFFF"/>
          </a:solidFill>
          <a:ln w="17780">
            <a:solidFill>
              <a:srgbClr val="8B45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21408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35708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717036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831336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312664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26964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908292" y="2271065"/>
            <a:ext cx="114300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5C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022592" y="1453896"/>
            <a:ext cx="1481328" cy="2334768"/>
          </a:xfrm>
          <a:prstGeom prst="rect">
            <a:avLst/>
          </a:prstGeom>
          <a:solidFill>
            <a:srgbClr val="FFFFFF"/>
          </a:solidFill>
          <a:ln w="10160">
            <a:solidFill>
              <a:srgbClr val="D9D5C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826764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总结：先解决可达性与公共性，再优化科室效率与科研配套。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设计说明.pdf p.7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16280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311908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907536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03164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098792" y="1530096"/>
            <a:ext cx="128016" cy="128016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92480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现状诊断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2388108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策略框架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83736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空间原型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579364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指标校核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174992" y="2247717"/>
            <a:ext cx="1252728" cy="6537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方案定稿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从诊断到方案的设计推演</dc:title>
  <dc:subject>从诊断到方案的设计推演</dc:subject>
  <dc:creator>Archium</dc:creator>
  <cp:lastModifiedBy>Archium</cp:lastModifiedBy>
  <cp:revision>1</cp:revision>
  <dcterms:created xsi:type="dcterms:W3CDTF">2026-07-29T13:47:20Z</dcterms:created>
  <dcterms:modified xsi:type="dcterms:W3CDTF">2026-07-29T13:47:20Z</dcterms:modified>
</cp:coreProperties>
</file>