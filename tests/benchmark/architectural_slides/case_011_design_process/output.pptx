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从诊断到方案的设计推演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1372"/>
            <a:ext cx="7863840" cy="326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先解决可达性与公共性，再优化科室效率与科研配套。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80744" y="1752173"/>
            <a:ext cx="6382512" cy="32004"/>
          </a:xfrm>
          <a:prstGeom prst="rect">
            <a:avLst/>
          </a:prstGeom>
          <a:solidFill>
            <a:srgbClr val="D9D5C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74470"/>
            <a:ext cx="1481328" cy="2314194"/>
          </a:xfrm>
          <a:prstGeom prst="rect">
            <a:avLst/>
          </a:prstGeom>
          <a:solidFill>
            <a:srgbClr val="FFFFFF"/>
          </a:solidFill>
          <a:ln w="17780">
            <a:solidFill>
              <a:srgbClr val="8B45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2284438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5708" y="1474470"/>
            <a:ext cx="1481328" cy="231419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17036" y="2284438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31336" y="1474470"/>
            <a:ext cx="1481328" cy="231419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12664" y="2284438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6964" y="1474470"/>
            <a:ext cx="1481328" cy="231419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8292" y="2284438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1474470"/>
            <a:ext cx="1481328" cy="231419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267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总结：先解决可达性与公共性，再优化科室效率与科研配套。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设计说明.pdf p.7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6280" y="1550670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1908" y="1550670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7536" y="1550670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3164" y="1550670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8792" y="1550670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480" y="2261296"/>
            <a:ext cx="1252728" cy="647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现状诊断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88108" y="2261296"/>
            <a:ext cx="1252728" cy="647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策略框架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83736" y="2261296"/>
            <a:ext cx="1252728" cy="647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空间原型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9364" y="2261296"/>
            <a:ext cx="1252728" cy="647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指标校核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4992" y="2261296"/>
            <a:ext cx="1252728" cy="647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方案定稿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从诊断到方案的设计推演</dc:title>
  <dc:subject>从诊断到方案的设计推演</dc:subject>
  <dc:creator>Archium</dc:creator>
  <cp:lastModifiedBy>Archium</cp:lastModifiedBy>
  <cp:revision>1</cp:revision>
  <dcterms:created xsi:type="dcterms:W3CDTF">2026-07-28T06:53:15Z</dcterms:created>
  <dcterms:modified xsi:type="dcterms:W3CDTF">2026-07-28T06:53:15Z</dcterms:modified>
</cp:coreProperties>
</file>