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从诊断到方案的设计推演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50798"/>
            <a:ext cx="7863840" cy="32689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4A4A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先解决可达性与公共性，再优化科室效率与科研配套。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40080" y="1453896"/>
            <a:ext cx="1481328" cy="23347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 现状诊断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2121408" y="2271065"/>
            <a:ext cx="114300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235708" y="1453896"/>
            <a:ext cx="1481328" cy="23347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 策略框架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717036" y="2271065"/>
            <a:ext cx="114300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31336" y="1453896"/>
            <a:ext cx="1481328" cy="23347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 空间原型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312664" y="2271065"/>
            <a:ext cx="114300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26964" y="1453896"/>
            <a:ext cx="1481328" cy="23347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 指标校核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6908292" y="2271065"/>
            <a:ext cx="114300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022592" y="1453896"/>
            <a:ext cx="1481328" cy="23347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 方案定稿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40080" y="3826764"/>
            <a:ext cx="786384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总结：先解决可达性与公共性，再优化科室效率与科研配套。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40080" y="4530852"/>
            <a:ext cx="5504688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设计说明.pdf p.7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从诊断到方案的设计推演</dc:title>
  <dc:subject>从诊断到方案的设计推演</dc:subject>
  <dc:creator>Archium</dc:creator>
  <cp:lastModifiedBy>Archium</cp:lastModifiedBy>
  <cp:revision>1</cp:revision>
  <dcterms:created xsi:type="dcterms:W3CDTF">2026-07-19T05:36:57Z</dcterms:created>
  <dcterms:modified xsi:type="dcterms:W3CDTF">2026-07-19T05:36:57Z</dcterms:modified>
</cp:coreProperties>
</file>