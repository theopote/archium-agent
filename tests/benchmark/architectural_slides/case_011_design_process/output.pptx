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从诊断到方案的设计推演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先解决可达性与公共性，再优化科室效率与科研配套。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现状诊断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策略框架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空间原型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指标校核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方案定稿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总结：先解决可达性与公共性，再优化科室效率与科研配套。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设计说明.pdf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从诊断到方案的设计推演</dc:title>
  <dc:subject>从诊断到方案的设计推演</dc:subject>
  <dc:creator>Archium</dc:creator>
  <cp:lastModifiedBy>Archium</cp:lastModifiedBy>
  <cp:revision>1</cp:revision>
  <dcterms:created xsi:type="dcterms:W3CDTF">2026-07-19T05:58:51Z</dcterms:created>
  <dcterms:modified xsi:type="dcterms:W3CDTF">2026-07-19T05:58:51Z</dcterms:modified>
</cp:coreProperties>
</file>