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1_floor_plan_full\assets\c02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8228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949827"/>
            <a:ext cx="5111496" cy="2360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23957"/>
            <a:ext cx="5111496" cy="188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2026-07-28T13:43:29Z</dcterms:created>
  <dcterms:modified xsi:type="dcterms:W3CDTF">2026-07-28T13:43:29Z</dcterms:modified>
</cp:coreProperties>
</file>