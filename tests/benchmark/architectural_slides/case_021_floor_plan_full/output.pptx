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RCHIUM_PLAN_MASTER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门诊层平面</a:t>
            </a:r>
            <a:endParaRPr lang="en-US" sz="3400" dirty="0"/>
          </a:p>
        </p:txBody>
      </p:sp>
      <p:pic>
        <p:nvPicPr>
          <p:cNvPr id="3" name="Image 0" descr="C:\Users\navib\Desktop\development\Archium-Agent\tests\benchmark\architectural_slides\case_021_floor_plan_full\assets\c0210001-0001-4001-8001-00000000000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109472"/>
            <a:ext cx="7863840" cy="28022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949827"/>
            <a:ext cx="5111496" cy="2360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门诊公共带沿内院展开，科室成组布置并共享候诊空间。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4223957"/>
            <a:ext cx="5111496" cy="188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建筑施工图.pdf p.8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Archium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门诊层平面</dc:title>
  <dc:subject>门诊层平面</dc:subject>
  <dc:creator>Archium</dc:creator>
  <cp:lastModifiedBy>Archium</cp:lastModifiedBy>
  <cp:revision>1</cp:revision>
  <dcterms:created xsi:type="dcterms:W3CDTF">2026-07-28T06:54:26Z</dcterms:created>
  <dcterms:modified xsi:type="dcterms:W3CDTF">2026-07-28T06:54:26Z</dcterms:modified>
</cp:coreProperties>
</file>