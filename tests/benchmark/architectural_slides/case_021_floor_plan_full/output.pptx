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门诊层平面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1_floor_plan_full\assets\c02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28868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013835"/>
            <a:ext cx="5111496" cy="20002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门诊公共带沿内院展开，科室成组布置并共享候诊空间。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4251960"/>
            <a:ext cx="5111496" cy="160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门诊层平面</dc:title>
  <dc:subject>门诊层平面</dc:subject>
  <dc:creator>Archium</dc:creator>
  <cp:lastModifiedBy>Archium</cp:lastModifiedBy>
  <cp:revision>1</cp:revision>
  <dcterms:created xsi:type="dcterms:W3CDTF">2026-07-29T12:14:26Z</dcterms:created>
  <dcterms:modified xsi:type="dcterms:W3CDTF">2026-07-29T12:14:26Z</dcterms:modified>
</cp:coreProperties>
</file>