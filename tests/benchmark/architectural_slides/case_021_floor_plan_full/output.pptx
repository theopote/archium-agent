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1_floor_plan_full\assets\c02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288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013835"/>
            <a:ext cx="5111496" cy="2000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4251960"/>
            <a:ext cx="5111496" cy="16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2026-07-29T13:22:51Z</dcterms:created>
  <dcterms:modified xsi:type="dcterms:W3CDTF">2026-07-29T13:22:51Z</dcterms:modified>
</cp:coreProperties>
</file>