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3_survey_photo_grid\assets\c02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主入口交通混行，人车冲突明显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3_survey_photo_grid\assets\c02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沿街界面封闭，缺乏公共性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23_survey_photo_grid\assets\c02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景观缺失，到达体验单调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2026-07-29T13:49:06Z</dcterms:created>
  <dcterms:modified xsi:type="dcterms:W3CDTF">2026-07-29T13:49:06Z</dcterms:modified>
</cp:coreProperties>
</file>