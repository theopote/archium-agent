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场地踏勘照片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23_survey_photo_grid\assets\c023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4804715" cy="2303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3430158"/>
            <a:ext cx="4804715" cy="5055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交通混行</a:t>
            </a:r>
            <a:endParaRPr lang="en-US" sz="1200" dirty="0"/>
          </a:p>
        </p:txBody>
      </p:sp>
      <p:pic>
        <p:nvPicPr>
          <p:cNvPr id="5" name="Image 1" descr="C:\Users\navib\Desktop\development\Archium-Agent\tests\benchmark\architectural_slides\case_023_survey_photo_grid\assets\c023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59095" y="1088898"/>
            <a:ext cx="2944825" cy="108909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559095" y="2216094"/>
            <a:ext cx="2944825" cy="2390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界面封闭</a:t>
            </a:r>
            <a:endParaRPr lang="en-US" sz="1200" dirty="0"/>
          </a:p>
        </p:txBody>
      </p:sp>
      <p:pic>
        <p:nvPicPr>
          <p:cNvPr id="7" name="Image 2" descr="C:\Users\navib\Desktop\development\Archium-Agent\tests\benchmark\architectural_slides\case_023_survey_photo_grid\assets\c0230003-0001-4001-8001-00000000000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559095" y="2569464"/>
            <a:ext cx="2944825" cy="1089096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559095" y="3696660"/>
            <a:ext cx="2944825" cy="2390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景观缺失</a:t>
            </a:r>
            <a:endParaRPr lang="en-US" sz="1200" dirty="0"/>
          </a:p>
        </p:txBody>
      </p:sp>
      <p:sp>
        <p:nvSpPr>
          <p:cNvPr id="9" name="Text 4"/>
          <p:cNvSpPr/>
          <p:nvPr/>
        </p:nvSpPr>
        <p:spPr>
          <a:xfrm>
            <a:off x="640080" y="4011930"/>
            <a:ext cx="7863840" cy="400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场地现状呈现交通混行、界面封闭与景观缺失三类问题。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踏勘报告.pdf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场地踏勘照片</dc:title>
  <dc:subject>场地踏勘照片</dc:subject>
  <dc:creator>Archium</dc:creator>
  <cp:lastModifiedBy>Archium</cp:lastModifiedBy>
  <cp:revision>1</cp:revision>
  <dcterms:created xsi:type="dcterms:W3CDTF">2026-07-29T12:14:43Z</dcterms:created>
  <dcterms:modified xsi:type="dcterms:W3CDTF">2026-07-29T12:14:43Z</dcterms:modified>
</cp:coreProperties>
</file>