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场地踏勘照片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9067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场地现状呈现交通混行、界面封闭与景观缺失三类问题。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1394460"/>
            <a:ext cx="3874770" cy="1072820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777240" y="1747990"/>
            <a:ext cx="360045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2505380"/>
            <a:ext cx="3874770" cy="3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交通混行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629150" y="1394460"/>
            <a:ext cx="3874770" cy="1072820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4766310" y="1747990"/>
            <a:ext cx="360045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629150" y="2505380"/>
            <a:ext cx="3874770" cy="3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界面封闭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2922270"/>
            <a:ext cx="3874770" cy="1072820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777240" y="3275800"/>
            <a:ext cx="360045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4033190"/>
            <a:ext cx="3874770" cy="3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景观缺失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29150" y="2922270"/>
            <a:ext cx="3874770" cy="1072820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4766310" y="3275800"/>
            <a:ext cx="360045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629150" y="4033190"/>
            <a:ext cx="3874770" cy="3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标识不足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踏勘报告.pdf p.3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场地踏勘照片</dc:title>
  <dc:subject>场地踏勘照片</dc:subject>
  <dc:creator>Archium</dc:creator>
  <cp:lastModifiedBy>Archium</cp:lastModifiedBy>
  <cp:revision>1</cp:revision>
  <dcterms:created xsi:type="dcterms:W3CDTF">2026-07-19T05:20:40Z</dcterms:created>
  <dcterms:modified xsi:type="dcterms:W3CDTF">2026-07-19T05:20:40Z</dcterms:modified>
</cp:coreProperties>
</file>