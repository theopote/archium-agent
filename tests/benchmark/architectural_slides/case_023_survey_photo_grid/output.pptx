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场地踏勘照片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137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场地现状呈现交通混行、界面封闭与景观缺失三类问题。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23_survey_photo_grid\assets\c02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9052"/>
            <a:ext cx="3874770" cy="10086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605781"/>
            <a:ext cx="3874770" cy="2844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交通混行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23_survey_photo_grid\assets\c023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59052"/>
            <a:ext cx="3874770" cy="100862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605781"/>
            <a:ext cx="3874770" cy="2844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界面封闭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23_survey_photo_grid\assets\c023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004566"/>
            <a:ext cx="3874770" cy="100862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51295"/>
            <a:ext cx="3874770" cy="2844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23_survey_photo_grid\assets\c023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3004566"/>
            <a:ext cx="3874770" cy="1008629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51295"/>
            <a:ext cx="3874770" cy="2844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标识不足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踏勘报告.pdf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场地踏勘照片</dc:title>
  <dc:subject>场地踏勘照片</dc:subject>
  <dc:creator>Archium</dc:creator>
  <cp:lastModifiedBy>Archium</cp:lastModifiedBy>
  <cp:revision>1</cp:revision>
  <dcterms:created xsi:type="dcterms:W3CDTF">2026-07-28T06:54:42Z</dcterms:created>
  <dcterms:modified xsi:type="dcterms:W3CDTF">2026-07-28T06:54:42Z</dcterms:modified>
</cp:coreProperties>
</file>