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23_survey_photo_grid\assets\c02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23_survey_photo_grid\assets\c02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23_survey_photo_grid\assets\c02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23_survey_photo_grid\assets\c023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2026-07-28T13:43:46Z</dcterms:created>
  <dcterms:modified xsi:type="dcterms:W3CDTF">2026-07-28T13:43:46Z</dcterms:modified>
</cp:coreProperties>
</file>