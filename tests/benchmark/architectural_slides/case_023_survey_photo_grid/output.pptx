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场地踏勘照片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场地现状呈现交通混行、界面封闭与景观缺失三类问题。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交通混行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29150" y="1538478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6310" y="1863924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593231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界面封闭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77724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9150" y="2994279"/>
            <a:ext cx="3874770" cy="1016653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766310" y="3319725"/>
            <a:ext cx="360045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29150" y="4049032"/>
            <a:ext cx="3874770" cy="286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标识不足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踏勘报告.pdf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场地踏勘照片</dc:title>
  <dc:subject>场地踏勘照片</dc:subject>
  <dc:creator>Archium</dc:creator>
  <cp:lastModifiedBy>Archium</cp:lastModifiedBy>
  <cp:revision>1</cp:revision>
  <dcterms:created xsi:type="dcterms:W3CDTF">2026-07-19T07:09:44Z</dcterms:created>
  <dcterms:modified xsi:type="dcterms:W3CDTF">2026-07-19T07:09:44Z</dcterms:modified>
</cp:coreProperties>
</file>