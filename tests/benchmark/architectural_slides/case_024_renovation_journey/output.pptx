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改造前：院区界面封闭，公共性不足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一期：南侧内院开放，形成公共活动面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二期：医疗与科研体量整合，流线重组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2026-07-29T13:49:16Z</dcterms:created>
  <dcterms:modified xsi:type="dcterms:W3CDTF">2026-07-29T13:49:16Z</dcterms:modified>
</cp:coreProperties>
</file>