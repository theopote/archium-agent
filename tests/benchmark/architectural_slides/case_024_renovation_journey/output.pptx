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改造历程：从封闭到开放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079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通过逐期更新，院区由封闭界面转向开放公共内院。</a:t>
            </a:r>
            <a:endParaRPr lang="en-US" sz="1800" dirty="0"/>
          </a:p>
        </p:txBody>
      </p:sp>
      <p:pic>
        <p:nvPicPr>
          <p:cNvPr id="4" name="Image 0" descr="C:\Users\navib\Desktop\development\Archium-Agent\tests\benchmark\architectural_slides\case_024_renovation_journey\assets\c0240001-0001-4001-8001-0000000000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38478"/>
            <a:ext cx="3874770" cy="10166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593231"/>
            <a:ext cx="3874770" cy="286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现状封闭</a:t>
            </a:r>
            <a:endParaRPr lang="en-US" sz="1200" dirty="0"/>
          </a:p>
        </p:txBody>
      </p:sp>
      <p:pic>
        <p:nvPicPr>
          <p:cNvPr id="6" name="Image 1" descr="C:\Users\navib\Desktop\development\Archium-Agent\tests\benchmark\architectural_slides\case_024_renovation_journey\assets\c0240002-0001-4001-8001-00000000000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29150" y="1538478"/>
            <a:ext cx="3874770" cy="10166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29150" y="2593231"/>
            <a:ext cx="3874770" cy="286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一期开放</a:t>
            </a:r>
            <a:endParaRPr lang="en-US" sz="1200" dirty="0"/>
          </a:p>
        </p:txBody>
      </p:sp>
      <p:pic>
        <p:nvPicPr>
          <p:cNvPr id="8" name="Image 2" descr="C:\Users\navib\Desktop\development\Archium-Agent\tests\benchmark\architectural_slides\case_024_renovation_journey\assets\c0240003-0001-4001-8001-00000000000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" y="2994279"/>
            <a:ext cx="3874770" cy="101665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0080" y="4049032"/>
            <a:ext cx="3874770" cy="286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二期整合</a:t>
            </a:r>
            <a:endParaRPr lang="en-US" sz="1200" dirty="0"/>
          </a:p>
        </p:txBody>
      </p:sp>
      <p:pic>
        <p:nvPicPr>
          <p:cNvPr id="10" name="Image 3" descr="C:\Users\navib\Desktop\development\Archium-Agent\tests\benchmark\architectural_slides\case_024_renovation_journey\assets\c0240004-0001-4001-8001-000000000004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29150" y="2994279"/>
            <a:ext cx="3874770" cy="101665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629150" y="4049032"/>
            <a:ext cx="3874770" cy="286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内院完成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实施记录.pdf p.4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改造历程：从封闭到开放</dc:title>
  <dc:subject>改造历程：从封闭到开放</dc:subject>
  <dc:creator>Archium</dc:creator>
  <cp:lastModifiedBy>Archium</cp:lastModifiedBy>
  <cp:revision>1</cp:revision>
  <dcterms:created xsi:type="dcterms:W3CDTF">2026-07-28T13:43:54Z</dcterms:created>
  <dcterms:modified xsi:type="dcterms:W3CDTF">2026-07-28T13:43:54Z</dcterms:modified>
</cp:coreProperties>
</file>