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改造历程：从封闭到开放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通过逐期更新，院区由封闭界面转向开放公共内院。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现状封闭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一期开放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二期整合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内院完成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实施记录.pdf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改造历程：从封闭到开放</dc:title>
  <dc:subject>改造历程：从封闭到开放</dc:subject>
  <dc:creator>Archium</dc:creator>
  <cp:lastModifiedBy>Archium</cp:lastModifiedBy>
  <cp:revision>1</cp:revision>
  <dcterms:created xsi:type="dcterms:W3CDTF">2026-07-19T05:36:23Z</dcterms:created>
  <dcterms:modified xsi:type="dcterms:W3CDTF">2026-07-19T05:36:23Z</dcterms:modified>
</cp:coreProperties>
</file>