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门诊区结构概念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640080" y="1088898"/>
            <a:ext cx="7863840" cy="3067050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4" name="Text 2"/>
          <p:cNvSpPr/>
          <p:nvPr/>
        </p:nvSpPr>
        <p:spPr>
          <a:xfrm>
            <a:off x="777240" y="2439543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技术图纸缺失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40080" y="4530852"/>
            <a:ext cx="5504688" cy="2011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结构方案.pdf p.6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门诊区结构概念</dc:title>
  <dc:subject>门诊区结构概念</dc:subject>
  <dc:creator>Archium</dc:creator>
  <cp:lastModifiedBy>Archium</cp:lastModifiedBy>
  <cp:revision>1</cp:revision>
  <dcterms:created xsi:type="dcterms:W3CDTF">2026-07-19T05:36:58Z</dcterms:created>
  <dcterms:modified xsi:type="dcterms:W3CDTF">2026-07-19T05:36:58Z</dcterms:modified>
</cp:coreProperties>
</file>