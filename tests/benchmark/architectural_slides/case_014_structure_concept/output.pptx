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4_structure_concept\assets\c014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863840" cy="30670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2026-07-29T13:21:55Z</dcterms:created>
  <dcterms:modified xsi:type="dcterms:W3CDTF">2026-07-29T13:21:55Z</dcterms:modified>
</cp:coreProperties>
</file>