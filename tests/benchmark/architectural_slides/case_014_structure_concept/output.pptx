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门诊区结构概念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14_structure_concept\assets\c014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7863840" cy="30670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结构方案.pdf p.6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门诊区结构概念</dc:title>
  <dc:subject>门诊区结构概念</dc:subject>
  <dc:creator>Archium</dc:creator>
  <cp:lastModifiedBy>Archium</cp:lastModifiedBy>
  <cp:revision>1</cp:revision>
  <dcterms:created xsi:type="dcterms:W3CDTF">2026-07-28T13:42:33Z</dcterms:created>
  <dcterms:modified xsi:type="dcterms:W3CDTF">2026-07-28T13:42:33Z</dcterms:modified>
</cp:coreProperties>
</file>