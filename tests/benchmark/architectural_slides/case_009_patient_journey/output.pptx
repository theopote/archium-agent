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患者旅程：到达至离院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0798"/>
            <a:ext cx="7863840" cy="3268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通过分层到达与分区候诊，缩短交叉流线并提升导向清晰度。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80744" y="1734068"/>
            <a:ext cx="6382512" cy="32004"/>
          </a:xfrm>
          <a:prstGeom prst="rect">
            <a:avLst/>
          </a:prstGeom>
          <a:solidFill>
            <a:srgbClr val="D9D5C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53896"/>
            <a:ext cx="1481328" cy="2334768"/>
          </a:xfrm>
          <a:prstGeom prst="rect">
            <a:avLst/>
          </a:prstGeom>
          <a:solidFill>
            <a:srgbClr val="FFFFFF"/>
          </a:solidFill>
          <a:ln w="17780">
            <a:solidFill>
              <a:srgbClr val="8B45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21408" y="2271065"/>
            <a:ext cx="1143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35708" y="1453896"/>
            <a:ext cx="1481328" cy="2334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5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17036" y="2271065"/>
            <a:ext cx="1143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31336" y="1453896"/>
            <a:ext cx="1481328" cy="2334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12664" y="2271065"/>
            <a:ext cx="1143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26964" y="1453896"/>
            <a:ext cx="1481328" cy="2334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5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8292" y="2271065"/>
            <a:ext cx="1143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22592" y="1453896"/>
            <a:ext cx="1481328" cy="2334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5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2676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总结：通过分层到达与分区候诊，缩短交叉流线并提升导向清晰度。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功能流线分析.pdf p.5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16280" y="1530096"/>
            <a:ext cx="128016" cy="1280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11908" y="1530096"/>
            <a:ext cx="128016" cy="1280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07536" y="1530096"/>
            <a:ext cx="128016" cy="1280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3164" y="1530096"/>
            <a:ext cx="128016" cy="1280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98792" y="1530096"/>
            <a:ext cx="128016" cy="1280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2480" y="2247717"/>
            <a:ext cx="1252728" cy="653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到达分流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88108" y="2247717"/>
            <a:ext cx="1252728" cy="653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分区候诊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83736" y="2247717"/>
            <a:ext cx="1252728" cy="653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串联诊疗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9364" y="2247717"/>
            <a:ext cx="1252728" cy="653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无障碍离院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4992" y="2247717"/>
            <a:ext cx="1252728" cy="653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家属短停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患者旅程：到达至离院</dc:title>
  <dc:subject>患者旅程：到达至离院</dc:subject>
  <dc:creator>Archium</dc:creator>
  <cp:lastModifiedBy>Archium</cp:lastModifiedBy>
  <cp:revision>1</cp:revision>
  <dcterms:created xsi:type="dcterms:W3CDTF">2026-07-28T13:41:56Z</dcterms:created>
  <dcterms:modified xsi:type="dcterms:W3CDTF">2026-07-28T13:41:56Z</dcterms:modified>
</cp:coreProperties>
</file>