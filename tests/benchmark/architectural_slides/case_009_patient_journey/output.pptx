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患者旅程：到达至离院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通过分层到达与分区候诊，缩短交叉流线并提升导向清晰度。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到达分流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分区候诊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串联诊疗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无障碍离院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家属短停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总结：通过分层到达与分区候诊，缩短交叉流线并提升导向清晰度。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功能流线分析.pdf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患者旅程：到达至离院</dc:title>
  <dc:subject>患者旅程：到达至离院</dc:subject>
  <dc:creator>Archium</dc:creator>
  <cp:lastModifiedBy>Archium</cp:lastModifiedBy>
  <cp:revision>1</cp:revision>
  <dcterms:created xsi:type="dcterms:W3CDTF">2026-07-19T05:36:21Z</dcterms:created>
  <dcterms:modified xsi:type="dcterms:W3CDTF">2026-07-19T05:36:21Z</dcterms:modified>
</cp:coreProperties>
</file>