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规划政策与方案响应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26998"/>
            <a:ext cx="3701491" cy="3208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方案响应城市更新、医疗专项与绿建三类政策要求。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93971" y="1126998"/>
            <a:ext cx="4009949" cy="3208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政策：公共界面开放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响应：内院与慢行系统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政策：医疗功能保障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响应：分期实施策略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政策梳理.pdf p.5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规划政策与方案响应</dc:title>
  <dc:subject>规划政策与方案响应</dc:subject>
  <dc:creator>Archium</dc:creator>
  <cp:lastModifiedBy>Archium</cp:lastModifiedBy>
  <cp:revision>1</cp:revision>
  <dcterms:created xsi:type="dcterms:W3CDTF">2026-07-28T13:44:45Z</dcterms:created>
  <dcterms:modified xsi:type="dcterms:W3CDTF">2026-07-28T13:44:45Z</dcterms:modified>
</cp:coreProperties>
</file>