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pic>
        <p:nvPicPr>
          <p:cNvPr id="14" name="Image 0" descr="C:\Users\navib\Desktop\development\Archium-Agent\tests\benchmark\architectural_slides\case_004_economic_metrics\assets\c00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63748"/>
            <a:ext cx="7863840" cy="9541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2026-07-29T13:46:21Z</dcterms:created>
  <dcterms:modified xsi:type="dcterms:W3CDTF">2026-07-29T13:46:21Z</dcterms:modified>
</cp:coreProperties>
</file>