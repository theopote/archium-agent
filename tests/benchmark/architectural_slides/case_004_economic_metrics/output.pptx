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经济技术指标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改造后总建筑面积控制在合理区间，公服与绿地指标同步提升。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492758"/>
            <a:ext cx="2545080" cy="721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用地面积 3.2ha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99460" y="1492758"/>
            <a:ext cx="2545080" cy="721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9946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总建筑面积 4.8万㎡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958840" y="1492758"/>
            <a:ext cx="2545080" cy="721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5884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1.5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40080" y="2328253"/>
            <a:ext cx="2545080" cy="721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328253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35%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299460" y="2328253"/>
            <a:ext cx="2545080" cy="72119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99460" y="2328253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停车位 420个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40080" y="3163748"/>
            <a:ext cx="7863840" cy="954100"/>
          </a:xfrm>
          <a:prstGeom prst="rect">
            <a:avLst/>
          </a:prstGeom>
          <a:solidFill>
            <a:srgbClr val="FFFFFF"/>
          </a:solidFill>
          <a:ln w="19050">
            <a:solidFill>
              <a:srgbClr val="8B4513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777240" y="3457918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可研报告.pdf p.18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经济技术指标</dc:title>
  <dc:subject>经济技术指标</dc:subject>
  <dc:creator>Archium</dc:creator>
  <cp:lastModifiedBy>Archium</cp:lastModifiedBy>
  <cp:revision>1</cp:revision>
  <dcterms:created xsi:type="dcterms:W3CDTF">2026-07-20T16:43:17Z</dcterms:created>
  <dcterms:modified xsi:type="dcterms:W3CDTF">2026-07-20T16:43:17Z</dcterms:modified>
</cp:coreProperties>
</file>