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经济技术指标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50798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改造后总建筑面积控制在合理区间，公服与绿地指标同步提升。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40080" y="1492758"/>
            <a:ext cx="2545080" cy="721195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492758"/>
            <a:ext cx="2545080" cy="7211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用地面积 3.2ha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299460" y="1492758"/>
            <a:ext cx="2545080" cy="721195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99460" y="1492758"/>
            <a:ext cx="2545080" cy="7211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总建筑面积 4.8万㎡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958840" y="1492758"/>
            <a:ext cx="2545080" cy="721195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58840" y="1492758"/>
            <a:ext cx="2545080" cy="7211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容积率 1.5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640080" y="2328253"/>
            <a:ext cx="2545080" cy="721195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2328253"/>
            <a:ext cx="2545080" cy="7211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绿地率 35%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3299460" y="2328253"/>
            <a:ext cx="2545080" cy="721195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99460" y="2328253"/>
            <a:ext cx="2545080" cy="7211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停车位 420个</a:t>
            </a:r>
            <a:endParaRPr lang="en-US" sz="2200" dirty="0"/>
          </a:p>
        </p:txBody>
      </p:sp>
      <p:pic>
        <p:nvPicPr>
          <p:cNvPr id="14" name="Image 0" descr="C:\Users\navib\Desktop\development\Archium-Agent\tests\benchmark\architectural_slides\case_004_economic_metrics\assets\c0040001-0001-4001-8001-0000000000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3163748"/>
            <a:ext cx="7863840" cy="954100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可研报告.pdf p.18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经济技术指标</dc:title>
  <dc:subject>经济技术指标</dc:subject>
  <dc:creator>Archium</dc:creator>
  <cp:lastModifiedBy>Archium</cp:lastModifiedBy>
  <cp:revision>1</cp:revision>
  <dcterms:created xsi:type="dcterms:W3CDTF">2026-07-28T13:41:16Z</dcterms:created>
  <dcterms:modified xsi:type="dcterms:W3CDTF">2026-07-28T13:41:16Z</dcterms:modified>
</cp:coreProperties>
</file>