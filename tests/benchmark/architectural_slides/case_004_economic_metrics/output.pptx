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经济技术指标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改造后总建筑面积控制在合理区间，公服与绿地指标同步提升。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用地面积 3.2ha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总建筑面积 4.8万㎡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停车位 420个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50363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可研报告.pdf p.18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经济技术指标</dc:title>
  <dc:subject>经济技术指标</dc:subject>
  <dc:creator>Archium</dc:creator>
  <cp:lastModifiedBy>Archium</cp:lastModifiedBy>
  <cp:revision>1</cp:revision>
  <dcterms:created xsi:type="dcterms:W3CDTF">2026-07-19T05:37:48Z</dcterms:created>
  <dcterms:modified xsi:type="dcterms:W3CDTF">2026-07-19T05:37:48Z</dcterms:modified>
</cp:coreProperties>
</file>