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34615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771775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2915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76631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3685" y="1453896"/>
            <a:ext cx="1880235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2026-07-19T05:36:40Z</dcterms:created>
  <dcterms:modified xsi:type="dcterms:W3CDTF">2026-07-19T05:36:40Z</dcterms:modified>
</cp:coreProperties>
</file>