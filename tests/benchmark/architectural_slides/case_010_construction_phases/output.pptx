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分期实施与运维过渡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一期保障急诊不停运，二期完成门诊更新，三期整合科研与后勤。</a:t>
            </a:r>
            <a:endParaRPr lang="en-US" sz="1800" dirty="0"/>
          </a:p>
        </p:txBody>
      </p:sp>
      <p:pic>
        <p:nvPicPr>
          <p:cNvPr id="4" name="Image 0" descr="C:\Users\navib\Desktop\development\Archium-Agent\tests\benchmark\architectural_slides\case_010_construction_phases\assets\c010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453896"/>
            <a:ext cx="1880235" cy="126316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一期：急诊独立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52031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1" descr="C:\Users\navib\Desktop\development\Archium-Agent\tests\benchmark\architectural_slides\case_010_construction_phases\assets\c010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34615" y="1453896"/>
            <a:ext cx="1880235" cy="126316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634615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二期：门诊更新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514850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0" name="Image 2" descr="C:\Users\navib\Desktop\development\Archium-Agent\tests\benchmark\architectural_slides\case_010_construction_phases\assets\c010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29150" y="1453896"/>
            <a:ext cx="1880235" cy="1263167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629150" y="2755163"/>
            <a:ext cx="1880235" cy="103350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三期：科研整合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509385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623685" y="1453896"/>
            <a:ext cx="1880235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全程运维过渡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总结：一期保障急诊不停运，二期完成门诊更新，三期整合科研与后勤。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实施策划.pdf p.9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分期实施与运维过渡</dc:title>
  <dc:subject>分期实施与运维过渡</dc:subject>
  <dc:creator>Archium</dc:creator>
  <cp:lastModifiedBy>Archium</cp:lastModifiedBy>
  <cp:revision>1</cp:revision>
  <dcterms:created xsi:type="dcterms:W3CDTF">2026-07-20T15:00:21Z</dcterms:created>
  <dcterms:modified xsi:type="dcterms:W3CDTF">2026-07-20T15:00:21Z</dcterms:modified>
</cp:coreProperties>
</file>