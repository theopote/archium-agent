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分期实施与运维过渡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一期保障急诊不停运，二期完成门诊更新，三期整合科研与后勤。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一期：急诊独立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2031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34615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2771775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34615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二期：门诊更新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14850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29150" y="1453896"/>
            <a:ext cx="1880235" cy="1263167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766310" y="1902600"/>
            <a:ext cx="16059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915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三期：科研整合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50938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3685" y="1453896"/>
            <a:ext cx="1880235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全程运维过渡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总结：一期保障急诊不停运，二期完成门诊更新，三期整合科研与后勤。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实施策划.pdf p.9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分期实施与运维过渡</dc:title>
  <dc:subject>分期实施与运维过渡</dc:subject>
  <dc:creator>Archium</dc:creator>
  <cp:lastModifiedBy>Archium</cp:lastModifiedBy>
  <cp:revision>1</cp:revision>
  <dcterms:created xsi:type="dcterms:W3CDTF">2026-07-19T07:09:41Z</dcterms:created>
  <dcterms:modified xsi:type="dcterms:W3CDTF">2026-07-19T07:09:41Z</dcterms:modified>
</cp:coreProperties>
</file>