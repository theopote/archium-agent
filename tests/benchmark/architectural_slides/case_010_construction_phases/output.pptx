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分期实施与运维过渡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一期保障急诊不停运，二期完成门诊更新，三期整合科研与后勤。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580198" y="1734068"/>
            <a:ext cx="5983605" cy="32004"/>
          </a:xfrm>
          <a:prstGeom prst="rect">
            <a:avLst/>
          </a:prstGeom>
          <a:solidFill>
            <a:srgbClr val="D9D5CF"/>
          </a:solidFill>
          <a:ln w="12700">
            <a:solidFill>
              <a:srgbClr val="D9D5CF"/>
            </a:solidFill>
            <a:prstDash val="solid"/>
          </a:ln>
        </p:spPr>
      </p:sp>
      <p:pic>
        <p:nvPicPr>
          <p:cNvPr id="5" name="Image 0" descr="C:\Users\navib\Desktop\development\Archium-Agent\tests\benchmark\architectural_slides\case_010_construction_phases\assets\c010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453896"/>
            <a:ext cx="1880235" cy="126316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520315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pic>
        <p:nvPicPr>
          <p:cNvPr id="7" name="Image 1" descr="C:\Users\navib\Desktop\development\Archium-Agent\tests\benchmark\architectural_slides\case_010_construction_phases\assets\c010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34615" y="1453896"/>
            <a:ext cx="1880235" cy="1263167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514850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pic>
        <p:nvPicPr>
          <p:cNvPr id="9" name="Image 2" descr="C:\Users\navib\Desktop\development\Archium-Agent\tests\benchmark\architectural_slides\case_010_construction_phases\assets\c010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29150" y="1453896"/>
            <a:ext cx="1880235" cy="1263167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6509385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6623685" y="1453896"/>
            <a:ext cx="1880235" cy="2334768"/>
          </a:xfrm>
          <a:prstGeom prst="rect">
            <a:avLst/>
          </a:prstGeom>
          <a:solidFill>
            <a:srgbClr val="FFFFFF"/>
          </a:solidFill>
          <a:ln w="10160">
            <a:solidFill>
              <a:srgbClr val="D9D5C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总结：一期保障急诊不停运，二期完成门诊更新，三期整合科研与后勤。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实施策划.pdf p.9</a:t>
            </a:r>
            <a:endParaRPr lang="en-US" sz="800" dirty="0"/>
          </a:p>
        </p:txBody>
      </p:sp>
      <p:sp>
        <p:nvSpPr>
          <p:cNvPr id="14" name="Shape 9"/>
          <p:cNvSpPr/>
          <p:nvPr/>
        </p:nvSpPr>
        <p:spPr>
          <a:xfrm>
            <a:off x="6699885" y="1530096"/>
            <a:ext cx="128016" cy="128016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40080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一期：急诊独立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2634615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二期：门诊更新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4629150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三期：科研整合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776085" y="2247717"/>
            <a:ext cx="1651635" cy="6537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全程运维过渡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分期实施与运维过渡</dc:title>
  <dc:subject>分期实施与运维过渡</dc:subject>
  <dc:creator>Archium</dc:creator>
  <cp:lastModifiedBy>Archium</cp:lastModifiedBy>
  <cp:revision>1</cp:revision>
  <dcterms:created xsi:type="dcterms:W3CDTF">2026-07-28T13:42:03Z</dcterms:created>
  <dcterms:modified xsi:type="dcterms:W3CDTF">2026-07-28T13:42:03Z</dcterms:modified>
</cp:coreProperties>
</file>