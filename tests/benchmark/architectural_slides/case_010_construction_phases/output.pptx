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分期实施与运维过渡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268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一期保障急诊不停运，二期完成门诊更新，三期整合科研与后勤。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80198" y="1734068"/>
            <a:ext cx="5983605" cy="32004"/>
          </a:xfrm>
          <a:prstGeom prst="rect">
            <a:avLst/>
          </a:prstGeom>
          <a:solidFill>
            <a:srgbClr val="D9D5C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5" name="Image 0" descr="C:\Users\navib\Desktop\development\Archium-Agent\tests\benchmark\architectural_slides\case_010_construction_phases\assets\c010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53896"/>
            <a:ext cx="1880235" cy="126316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20315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7" name="Image 1" descr="C:\Users\navib\Desktop\development\Archium-Agent\tests\benchmark\architectural_slides\case_010_construction_phases\assets\c0100002-0001-4001-8001-00000000000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34615" y="1453896"/>
            <a:ext cx="1880235" cy="126316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14850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pic>
        <p:nvPicPr>
          <p:cNvPr id="9" name="Image 2" descr="C:\Users\navib\Desktop\development\Archium-Agent\tests\benchmark\architectural_slides\case_010_construction_phases\assets\c0100003-0001-4001-8001-0000000000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29150" y="1453896"/>
            <a:ext cx="1880235" cy="126316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509385" y="2271065"/>
            <a:ext cx="1143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623685" y="1453896"/>
            <a:ext cx="1880235" cy="2334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5C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38267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总结：一期保障急诊不停运，二期完成门诊更新，三期整合科研与后勤。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实施策划.pdf p.9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6699885" y="1530096"/>
            <a:ext cx="128016" cy="12801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0080" y="2755163"/>
            <a:ext cx="1880235" cy="1033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一期：急诊独立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634615" y="2755163"/>
            <a:ext cx="1880235" cy="1033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二期：门诊更新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629150" y="2755163"/>
            <a:ext cx="1880235" cy="10335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三期：科研整合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776085" y="2247717"/>
            <a:ext cx="1651635" cy="6537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全程运维过渡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分期实施与运维过渡</dc:title>
  <dc:subject>分期实施与运维过渡</dc:subject>
  <dc:creator>Archium</dc:creator>
  <cp:lastModifiedBy>Archium</cp:lastModifiedBy>
  <cp:revision>1</cp:revision>
  <dcterms:created xsi:type="dcterms:W3CDTF">2026-07-29T13:47:12Z</dcterms:created>
  <dcterms:modified xsi:type="dcterms:W3CDTF">2026-07-29T13:47:12Z</dcterms:modified>
</cp:coreProperties>
</file>