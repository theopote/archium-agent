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10_construction_phases\assets\c01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53896"/>
            <a:ext cx="1880235" cy="126316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1" descr="C:\Users\navib\Desktop\development\Archium-Agent\tests\benchmark\architectural_slides\case_010_construction_phases\assets\c01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34615" y="1453896"/>
            <a:ext cx="1880235" cy="12631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0" name="Image 2" descr="C:\Users\navib\Desktop\development\Archium-Agent\tests\benchmark\architectural_slides\case_010_construction_phases\assets\c010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29150" y="1453896"/>
            <a:ext cx="1880235" cy="126316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623685" y="1453896"/>
            <a:ext cx="1880235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2026-07-20T15:06:14Z</dcterms:created>
  <dcterms:modified xsi:type="dcterms:W3CDTF">2026-07-20T15:06:14Z</dcterms:modified>
</cp:coreProperties>
</file>