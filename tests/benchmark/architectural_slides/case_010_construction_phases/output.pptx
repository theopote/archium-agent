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分期实施与运维过渡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一期保障急诊不停运，二期完成门诊更新，三期整合科研与后勤。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10_construction_phases\assets\c010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53896"/>
            <a:ext cx="1880235" cy="126316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一期：急诊独立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52031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7" name="Image 1" descr="C:\Users\navib\Desktop\development\Archium-Agent\tests\benchmark\architectural_slides\case_010_construction_phases\assets\c010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34615" y="1453896"/>
            <a:ext cx="1880235" cy="12631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63461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二期：门诊更新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514850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10" name="Image 2" descr="C:\Users\navib\Desktop\development\Archium-Agent\tests\benchmark\architectural_slides\case_010_construction_phases\assets\c010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29150" y="1453896"/>
            <a:ext cx="1880235" cy="126316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62915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三期：科研整合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50938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623685" y="1453896"/>
            <a:ext cx="1880235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全程运维过渡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总结：一期保障急诊不停运，二期完成门诊更新，三期整合科研与后勤。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实施策划.pdf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分期实施与运维过渡</dc:title>
  <dc:subject>分期实施与运维过渡</dc:subject>
  <dc:creator>Archium</dc:creator>
  <cp:lastModifiedBy>Archium</cp:lastModifiedBy>
  <cp:revision>1</cp:revision>
  <dcterms:created xsi:type="dcterms:W3CDTF">2026-07-20T16:43:19Z</dcterms:created>
  <dcterms:modified xsi:type="dcterms:W3CDTF">2026-07-20T16:43:19Z</dcterms:modified>
</cp:coreProperties>
</file>