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2_section_annotations\assets\c02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8228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44717" y="1088898"/>
            <a:ext cx="2159203" cy="8901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地面公众层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344717" y="2055241"/>
            <a:ext cx="2159203" cy="8901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上层诊疗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344717" y="3021584"/>
            <a:ext cx="2159203" cy="8901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地下后勤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3949827"/>
            <a:ext cx="5111496" cy="236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23957"/>
            <a:ext cx="5111496" cy="188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2026-07-28T13:43:37Z</dcterms:created>
  <dcterms:modified xsi:type="dcterms:W3CDTF">2026-07-28T13:43:37Z</dcterms:modified>
</cp:coreProperties>
</file>