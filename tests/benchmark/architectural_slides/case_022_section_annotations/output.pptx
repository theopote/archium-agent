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2_section_annotations\assets\c02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094525" cy="28268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87005" y="1088898"/>
            <a:ext cx="616915" cy="8914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地面公众层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87005" y="2056575"/>
            <a:ext cx="616915" cy="8914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上层诊疗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887005" y="3024251"/>
            <a:ext cx="616915" cy="8914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地下后勤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953828"/>
            <a:ext cx="5111496" cy="2600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2026-07-29T12:14:34Z</dcterms:created>
  <dcterms:modified xsi:type="dcterms:W3CDTF">2026-07-29T12:14:34Z</dcterms:modified>
</cp:coreProperties>
</file>