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竖向流线剖面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5552237" cy="2789682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300859"/>
            <a:ext cx="527791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4717" y="1088898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地面公众层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344717" y="2044192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上层诊疗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344717" y="2999486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地下后勤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916680"/>
            <a:ext cx="511149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地面层服务公众到达，上层布置诊疗与科研，后勤置于地下。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210812"/>
            <a:ext cx="51114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建筑施工图.pdf p.12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竖向流线剖面</dc:title>
  <dc:subject>竖向流线剖面</dc:subject>
  <dc:creator>Archium</dc:creator>
  <cp:lastModifiedBy>Archium</cp:lastModifiedBy>
  <cp:revision>1</cp:revision>
  <dcterms:created xsi:type="dcterms:W3CDTF">2026-07-19T07:09:43Z</dcterms:created>
  <dcterms:modified xsi:type="dcterms:W3CDTF">2026-07-19T07:09:43Z</dcterms:modified>
</cp:coreProperties>
</file>