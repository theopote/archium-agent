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竖向流线剖面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22_section_annotations\assets\c022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7094525" cy="28268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7005" y="1088898"/>
            <a:ext cx="616915" cy="891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地面公众层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87005" y="2056575"/>
            <a:ext cx="616915" cy="891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上层诊疗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87005" y="3024251"/>
            <a:ext cx="616915" cy="891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地下后勤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953828"/>
            <a:ext cx="5111496" cy="2600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地面层服务公众到达，上层布置诊疗与科研，后勤置于地下。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5111496" cy="160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建筑施工图.pdf p.12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竖向流线剖面</dc:title>
  <dc:subject>竖向流线剖面</dc:subject>
  <dc:creator>Archium</dc:creator>
  <cp:lastModifiedBy>Archium</cp:lastModifiedBy>
  <cp:revision>1</cp:revision>
  <dcterms:created xsi:type="dcterms:W3CDTF">2026-07-29T13:48:57Z</dcterms:created>
  <dcterms:modified xsi:type="dcterms:W3CDTF">2026-07-29T13:48:57Z</dcterms:modified>
</cp:coreProperties>
</file>