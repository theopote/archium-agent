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竖向流线剖面</a:t>
            </a:r>
            <a:endParaRPr lang="en-US" sz="3400" dirty="0"/>
          </a:p>
        </p:txBody>
      </p:sp>
      <p:pic>
        <p:nvPicPr>
          <p:cNvPr id="3" name="Image 0" descr="C:\Users\navib\Desktop\development\Archium-Agent\tests\benchmark\architectural_slides\case_022_section_annotations\assets\c0220001-0001-4001-8001-000000000001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088898"/>
            <a:ext cx="7094525" cy="282683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887005" y="1088898"/>
            <a:ext cx="616915" cy="8914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地面公众层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7887005" y="2056575"/>
            <a:ext cx="616915" cy="8914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上层诊疗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7887005" y="3024251"/>
            <a:ext cx="616915" cy="89147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地下后勤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3953828"/>
            <a:ext cx="5111496" cy="26003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地面层服务公众到达，上层布置诊疗与科研，后勤置于地下。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0080" y="4251960"/>
            <a:ext cx="5111496" cy="1600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建筑施工图.pdf p.12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竖向流线剖面</dc:title>
  <dc:subject>竖向流线剖面</dc:subject>
  <dc:creator>Archium</dc:creator>
  <cp:lastModifiedBy>Archium</cp:lastModifiedBy>
  <cp:revision>1</cp:revision>
  <dcterms:created xsi:type="dcterms:W3CDTF">2026-07-29T13:22:59Z</dcterms:created>
  <dcterms:modified xsi:type="dcterms:W3CDTF">2026-07-29T13:22:59Z</dcterms:modified>
</cp:coreProperties>
</file>