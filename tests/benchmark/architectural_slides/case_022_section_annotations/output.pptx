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5552237" cy="280225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109472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地面公众层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344717" y="2068957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上层诊疗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44717" y="3028442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地下后勤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2026-07-28T06:54:34Z</dcterms:created>
  <dcterms:modified xsi:type="dcterms:W3CDTF">2026-07-28T06:54:34Z</dcterms:modified>
</cp:coreProperties>
</file>