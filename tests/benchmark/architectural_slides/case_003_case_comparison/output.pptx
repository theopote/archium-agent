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3_case_comparison\assets\c00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03_case_comparison\assets\c00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pic>
        <p:nvPicPr>
          <p:cNvPr id="7" name="Image 2" descr="C:\Users\navib\Desktop\development\Archium-Agent\tests\benchmark\architectural_slides\case_003_case_comparison\assets\c00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58840" y="1088898"/>
            <a:ext cx="2545080" cy="146726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2026-07-28T13:41:08Z</dcterms:created>
  <dcterms:modified xsi:type="dcterms:W3CDTF">2026-07-28T13:41:08Z</dcterms:modified>
</cp:coreProperties>
</file>