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三座医疗更新案例横向比较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3_case_comparison\assets\c00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254508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03_case_comparison\assets\c003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9460" y="1088898"/>
            <a:ext cx="254508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pic>
        <p:nvPicPr>
          <p:cNvPr id="7" name="Image 2" descr="C:\Users\navib\Desktop\development\Archium-Agent\tests\benchmark\architectural_slides\case_003_case_comparison\assets\c003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58840" y="1088898"/>
            <a:ext cx="2545080" cy="1467269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应优先重建公共性与可达性，而非单纯增加面积。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三座医疗更新案例横向比较</dc:title>
  <dc:subject>三座医疗更新案例横向比较</dc:subject>
  <dc:creator>Archium</dc:creator>
  <cp:lastModifiedBy>Archium</cp:lastModifiedBy>
  <cp:revision>1</cp:revision>
  <dcterms:created xsi:type="dcterms:W3CDTF">2026-07-20T15:00:20Z</dcterms:created>
  <dcterms:modified xsi:type="dcterms:W3CDTF">2026-07-20T15:00:20Z</dcterms:modified>
</cp:coreProperties>
</file>