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RCHIUM_PLAN_MASTER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86384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三座医疗更新案例横向比较</a:t>
            </a:r>
            <a:endParaRPr lang="en-US" sz="3400" dirty="0"/>
          </a:p>
        </p:txBody>
      </p:sp>
      <p:pic>
        <p:nvPicPr>
          <p:cNvPr id="3" name="Image 0" descr="C:\Users\navib\Desktop\development\Archium-Agent\tests\benchmark\architectural_slides\case_003_case_comparison\assets\c0030001-0001-4001-8001-00000000000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109472"/>
            <a:ext cx="2545080" cy="145595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603525"/>
            <a:ext cx="2545080" cy="119123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 1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空间策略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运营模式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公众可达性</a:t>
            </a:r>
            <a:endParaRPr lang="en-US" sz="1600" dirty="0"/>
          </a:p>
        </p:txBody>
      </p:sp>
      <p:pic>
        <p:nvPicPr>
          <p:cNvPr id="5" name="Image 1" descr="C:\Users\navib\Desktop\development\Archium-Agent\tests\benchmark\architectural_slides\case_003_case_comparison\assets\c0030002-0001-4001-8001-000000000002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299460" y="1109472"/>
            <a:ext cx="2545080" cy="145595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299460" y="2603525"/>
            <a:ext cx="2545080" cy="119123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 2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空间策略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运营模式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公众可达性</a:t>
            </a:r>
            <a:endParaRPr lang="en-US" sz="1600" dirty="0"/>
          </a:p>
        </p:txBody>
      </p:sp>
      <p:pic>
        <p:nvPicPr>
          <p:cNvPr id="7" name="Image 2" descr="C:\Users\navib\Desktop\development\Archium-Agent\tests\benchmark\architectural_slides\case_003_case_comparison\assets\c0030003-0001-4001-8001-000000000003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958840" y="1109472"/>
            <a:ext cx="2545080" cy="145595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958840" y="2603525"/>
            <a:ext cx="2545080" cy="119123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 3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空间策略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运营模式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公众可达性</a:t>
            </a:r>
            <a:endParaRPr lang="en-US" sz="1600" dirty="0"/>
          </a:p>
        </p:txBody>
      </p:sp>
      <p:sp>
        <p:nvSpPr>
          <p:cNvPr id="9" name="Text 4"/>
          <p:cNvSpPr/>
          <p:nvPr/>
        </p:nvSpPr>
        <p:spPr>
          <a:xfrm>
            <a:off x="640080" y="390906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应优先重建公共性与可达性，而非单纯增加面积。</a:t>
            </a:r>
            <a:endParaRPr lang="en-US" sz="1800" dirty="0"/>
          </a:p>
        </p:txBody>
      </p:sp>
      <p:sp>
        <p:nvSpPr>
          <p:cNvPr id="10" name="Text 5"/>
          <p:cNvSpPr/>
          <p:nvPr/>
        </p:nvSpPr>
        <p:spPr>
          <a:xfrm>
            <a:off x="640080" y="4530852"/>
            <a:ext cx="5504688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案例研究汇编.pdf p.12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Archium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三座医疗更新案例横向比较</dc:title>
  <dc:subject>三座医疗更新案例横向比较</dc:subject>
  <dc:creator>Archium</dc:creator>
  <cp:lastModifiedBy>Archium</cp:lastModifiedBy>
  <cp:revision>1</cp:revision>
  <dcterms:created xsi:type="dcterms:W3CDTF">2026-07-28T06:52:11Z</dcterms:created>
  <dcterms:modified xsi:type="dcterms:W3CDTF">2026-07-28T06:52:11Z</dcterms:modified>
</cp:coreProperties>
</file>