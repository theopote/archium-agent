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三座医疗更新案例横向比较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944880"/>
            <a:ext cx="2545080" cy="154647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535240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29459"/>
            <a:ext cx="2545080" cy="12653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空间策略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运营模式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公众可达性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应优先重建公共性与可达性，而非单纯增加面积。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案例研究汇编.pdf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三座医疗更新案例横向比较</dc:title>
  <dc:subject>三座医疗更新案例横向比较</dc:subject>
  <dc:creator>Archium</dc:creator>
  <cp:lastModifiedBy>Archium</cp:lastModifiedBy>
  <cp:revision>1</cp:revision>
  <dcterms:created xsi:type="dcterms:W3CDTF">2026-07-19T04:54:45Z</dcterms:created>
  <dcterms:modified xsi:type="dcterms:W3CDTF">2026-07-19T04:54:45Z</dcterms:modified>
</cp:coreProperties>
</file>