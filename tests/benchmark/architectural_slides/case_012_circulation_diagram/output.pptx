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院区主要流线分析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12_circulation_diagram\assets\c01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109472"/>
            <a:ext cx="7863840" cy="304647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流线分析.pdf p.3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院区主要流线分析</dc:title>
  <dc:subject>院区主要流线分析</dc:subject>
  <dc:creator>Archium</dc:creator>
  <cp:lastModifiedBy>Archium</cp:lastModifiedBy>
  <cp:revision>1</cp:revision>
  <dcterms:created xsi:type="dcterms:W3CDTF">2026-07-28T06:53:23Z</dcterms:created>
  <dcterms:modified xsi:type="dcterms:W3CDTF">2026-07-28T06:53:23Z</dcterms:modified>
</cp:coreProperties>
</file>