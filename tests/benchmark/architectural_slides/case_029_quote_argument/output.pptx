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设计理念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83701"/>
            <a:ext cx="4875581" cy="2350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“建筑应首先服务患者路径，而非反过来让路径适应建筑。”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302045" y="2923916"/>
            <a:ext cx="2201875" cy="8984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01. 路径优先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02. 公共性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03. 分期弹性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方案说明书.pdf p.2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设计理念</dc:title>
  <dc:subject>设计理念</dc:subject>
  <dc:creator>Archium</dc:creator>
  <cp:lastModifiedBy>Archium</cp:lastModifiedBy>
  <cp:revision>1</cp:revision>
  <dcterms:created xsi:type="dcterms:W3CDTF">2026-07-29T13:50:01Z</dcterms:created>
  <dcterms:modified xsi:type="dcterms:W3CDTF">2026-07-29T13:50:01Z</dcterms:modified>
</cp:coreProperties>
</file>