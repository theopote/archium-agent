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383701"/>
            <a:ext cx="4875581" cy="2350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302045" y="2923916"/>
            <a:ext cx="2201875" cy="89845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01. 路径优先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02. 公共性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03. 分期弹性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2026-07-28T13:44:36Z</dcterms:created>
  <dcterms:modified xsi:type="dcterms:W3CDTF">2026-07-28T13:44:36Z</dcterms:modified>
</cp:coreProperties>
</file>