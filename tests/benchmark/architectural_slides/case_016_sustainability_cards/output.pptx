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26998"/>
            <a:ext cx="1880235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2026-07-28T13:42:49Z</dcterms:created>
  <dcterms:modified xsi:type="dcterms:W3CDTF">2026-07-28T13:42:49Z</dcterms:modified>
</cp:coreProperties>
</file>