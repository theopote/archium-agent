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CHIUM_PLAN_MASTER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6012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可持续设计策略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26998"/>
            <a:ext cx="1880235" cy="29344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被动式通风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634615" y="1126998"/>
            <a:ext cx="1880235" cy="29344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雨水回用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629150" y="1126998"/>
            <a:ext cx="1880235" cy="29344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本地材料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623685" y="1126998"/>
            <a:ext cx="1880235" cy="29344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立体绿化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530852"/>
            <a:ext cx="471830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绿色专篇.pdf p.11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Archium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可持续设计策略</dc:title>
  <dc:subject>可持续设计策略</dc:subject>
  <dc:creator>Archium</dc:creator>
  <cp:lastModifiedBy>Archium</cp:lastModifiedBy>
  <cp:revision>1</cp:revision>
  <dcterms:created xsi:type="dcterms:W3CDTF">2026-07-29T13:22:11Z</dcterms:created>
  <dcterms:modified xsi:type="dcterms:W3CDTF">2026-07-29T13:22:11Z</dcterms:modified>
</cp:coreProperties>
</file>