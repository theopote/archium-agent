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方案综合解读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0_synthesis_canvas\assets\c020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009949" cy="3067050"/>
          </a:xfrm>
          <a:prstGeom prst="rect">
            <a:avLst/>
          </a:prstGeom>
        </p:spPr>
      </p:pic>
      <p:pic>
        <p:nvPicPr>
          <p:cNvPr id="4" name="Image 1" descr="C:\Users\navib\Desktop\development\Archium-Agent\tests\benchmark\architectural_slides\case_020_synthesis_canvas\assets\c020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02429" y="1088898"/>
            <a:ext cx="3701491" cy="116547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802429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床位 800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6048959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门诊量 +18%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7295490" y="2330577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公服面积 +12%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4802429" y="3179445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方案在保持运营连续的前提下，重建公共性与可达性。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4802429" y="3853053"/>
            <a:ext cx="3701491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运营连续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方案汇报稿.pdf p.15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方案综合解读</dc:title>
  <dc:subject>方案综合解读</dc:subject>
  <dc:creator>Archium</dc:creator>
  <cp:lastModifiedBy>Archium</cp:lastModifiedBy>
  <cp:revision>1</cp:revision>
  <dcterms:created xsi:type="dcterms:W3CDTF">2026-07-20T15:00:23Z</dcterms:created>
  <dcterms:modified xsi:type="dcterms:W3CDTF">2026-07-20T15:00:23Z</dcterms:modified>
</cp:coreProperties>
</file>