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573573" y="1088898"/>
            <a:ext cx="2930347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20_synthesis_canvas\assets\c02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204210"/>
          </a:xfrm>
          <a:prstGeom prst="rect">
            <a:avLst/>
          </a:prstGeom>
        </p:spPr>
      </p:pic>
      <p:pic>
        <p:nvPicPr>
          <p:cNvPr id="5" name="Image 1" descr="C:\Users\navib\Desktop\development\Archium-Agent\tests\benchmark\architectural_slides\case_020_synthesis_canvas\assets\c02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3573" y="1088898"/>
            <a:ext cx="2930347" cy="1217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573573" y="2382698"/>
            <a:ext cx="951382" cy="11498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573573" y="2382698"/>
            <a:ext cx="951382" cy="1149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6563055" y="2382698"/>
            <a:ext cx="951382" cy="11498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63055" y="2382698"/>
            <a:ext cx="951382" cy="1149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7552538" y="2382698"/>
            <a:ext cx="951382" cy="11498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552538" y="2382698"/>
            <a:ext cx="951382" cy="1149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573573" y="3608756"/>
            <a:ext cx="2930347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2026-07-29T13:48:39Z</dcterms:created>
  <dcterms:modified xsi:type="dcterms:W3CDTF">2026-07-29T13:48:39Z</dcterms:modified>
</cp:coreProperties>
</file>