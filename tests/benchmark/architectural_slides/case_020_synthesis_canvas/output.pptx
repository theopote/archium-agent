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方案综合解读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573573" y="1088898"/>
            <a:ext cx="2930347" cy="3204210"/>
          </a:xfrm>
          <a:prstGeom prst="rect">
            <a:avLst/>
          </a:prstGeom>
          <a:solidFill>
            <a:srgbClr val="F2F3F1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4" name="Image 0" descr="C:\Users\navib\Desktop\development\Archium-Agent\tests\benchmark\architectural_slides\case_020_synthesis_canvas\assets\c020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88898"/>
            <a:ext cx="4781093" cy="3204210"/>
          </a:xfrm>
          <a:prstGeom prst="rect">
            <a:avLst/>
          </a:prstGeom>
        </p:spPr>
      </p:pic>
      <p:pic>
        <p:nvPicPr>
          <p:cNvPr id="5" name="Image 1" descr="C:\Users\navib\Desktop\development\Archium-Agent\tests\benchmark\architectural_slides\case_020_synthesis_canvas\assets\c0200002-0001-4001-8001-0000000000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3573" y="1088898"/>
            <a:ext cx="2930347" cy="121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73573" y="2382698"/>
            <a:ext cx="951382" cy="114985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573573" y="2382698"/>
            <a:ext cx="951382" cy="1149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床位 800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6563055" y="2382698"/>
            <a:ext cx="951382" cy="114985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63055" y="2382698"/>
            <a:ext cx="951382" cy="1149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门诊量 +18%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7552538" y="2382698"/>
            <a:ext cx="951382" cy="114985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552538" y="2382698"/>
            <a:ext cx="951382" cy="1149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公服面积 +12%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73573" y="3608756"/>
            <a:ext cx="2930347" cy="635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方案在保持运营连续的前提下，重建公共性与可达性。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方案汇报稿.pdf p.15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方案综合解读</dc:title>
  <dc:subject>方案综合解读</dc:subject>
  <dc:creator>Archium</dc:creator>
  <cp:lastModifiedBy>Archium</cp:lastModifiedBy>
  <cp:revision>1</cp:revision>
  <dcterms:created xsi:type="dcterms:W3CDTF">2026-07-29T13:22:43Z</dcterms:created>
  <dcterms:modified xsi:type="dcterms:W3CDTF">2026-07-29T13:22:43Z</dcterms:modified>
</cp:coreProperties>
</file>