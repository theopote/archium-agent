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方案综合解读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009949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802429" y="1088898"/>
            <a:ext cx="3701491" cy="1165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939589" y="1488758"/>
            <a:ext cx="342717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02429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床位 800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048959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门诊量 +18%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295490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公服面积 +12%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802429" y="3179445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方案在保持运营连续的前提下，重建公共性与可达性。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02429" y="3853053"/>
            <a:ext cx="3701491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运营连续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方案汇报稿.pdf p.15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方案综合解读</dc:title>
  <dc:subject>方案综合解读</dc:subject>
  <dc:creator>Archium</dc:creator>
  <cp:lastModifiedBy>Archium</cp:lastModifiedBy>
  <cp:revision>1</cp:revision>
  <dcterms:created xsi:type="dcterms:W3CDTF">2026-07-19T05:58:53Z</dcterms:created>
  <dcterms:modified xsi:type="dcterms:W3CDTF">2026-07-19T05:58:53Z</dcterms:modified>
</cp:coreProperties>
</file>