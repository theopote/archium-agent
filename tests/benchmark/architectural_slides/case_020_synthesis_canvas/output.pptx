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方案综合解读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899160"/>
            <a:ext cx="4009949" cy="3256788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44674"/>
            <a:ext cx="373562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802429" y="899160"/>
            <a:ext cx="3701491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939589" y="1333500"/>
            <a:ext cx="342717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802429" y="2209800"/>
            <a:ext cx="120843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床位 800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048959" y="2209800"/>
            <a:ext cx="120843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门诊量 +18%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295490" y="2209800"/>
            <a:ext cx="120843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公服面积 +12%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802429" y="2926080"/>
            <a:ext cx="3701491" cy="4304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方案在保持运营连续的前提下，重建公共性与可达性。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802429" y="3394634"/>
            <a:ext cx="3701491" cy="7613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运营连续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公共性重建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可达性提升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方案汇报稿.pdf p.15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方案综合解读</dc:title>
  <dc:subject>方案综合解读</dc:subject>
  <dc:creator>Archium</dc:creator>
  <cp:lastModifiedBy>Archium</cp:lastModifiedBy>
  <cp:revision>1</cp:revision>
  <dcterms:created xsi:type="dcterms:W3CDTF">2026-07-19T05:20:40Z</dcterms:created>
  <dcterms:modified xsi:type="dcterms:W3CDTF">2026-07-19T05:20:40Z</dcterms:modified>
</cp:coreProperties>
</file>