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navib\Desktop\development\Archium-Agent\tests\benchmark\architectural_slides\case_007_aerial_hero\assets\c007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126998"/>
            <a:ext cx="7863840" cy="320878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院区与周边城市关系</a:t>
            </a:r>
            <a:endParaRPr lang="en-US" sz="3400" dirty="0"/>
          </a:p>
        </p:txBody>
      </p:sp>
      <p:sp>
        <p:nvSpPr>
          <p:cNvPr id="4" name="Text 1"/>
          <p:cNvSpPr/>
          <p:nvPr/>
        </p:nvSpPr>
        <p:spPr>
          <a:xfrm>
            <a:off x="640080" y="4503420"/>
            <a:ext cx="5504688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区位分析.pdf p.2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院区与周边城市关系</dc:title>
  <dc:subject>院区与周边城市关系</dc:subject>
  <dc:creator>Archium</dc:creator>
  <cp:lastModifiedBy>Archium</cp:lastModifiedBy>
  <cp:revision>1</cp:revision>
  <dcterms:created xsi:type="dcterms:W3CDTF">2026-07-20T15:00:21Z</dcterms:created>
  <dcterms:modified xsi:type="dcterms:W3CDTF">2026-07-20T15:00:21Z</dcterms:modified>
</cp:coreProperties>
</file>