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tests\benchmark\architectural_slides\case_007_aerial_hero\assets\c007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47572"/>
            <a:ext cx="7863840" cy="3188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院区与周边城市关系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4519994"/>
            <a:ext cx="5504688" cy="212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区位分析.pdf p.2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院区与周边城市关系</dc:title>
  <dc:subject>院区与周边城市关系</dc:subject>
  <dc:creator>Archium</dc:creator>
  <cp:lastModifiedBy>Archium</cp:lastModifiedBy>
  <cp:revision>1</cp:revision>
  <dcterms:created xsi:type="dcterms:W3CDTF">2026-07-28T06:52:43Z</dcterms:created>
  <dcterms:modified xsi:type="dcterms:W3CDTF">2026-07-28T06:52:43Z</dcterms:modified>
</cp:coreProperties>
</file>