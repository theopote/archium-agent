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126998"/>
            <a:ext cx="7863840" cy="3208782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777240" y="2548509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院区与周边城市关系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4503420"/>
            <a:ext cx="5504688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区位分析.pdf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院区与周边城市关系</dc:title>
  <dc:subject>院区与周边城市关系</dc:subject>
  <dc:creator>Archium</dc:creator>
  <cp:lastModifiedBy>Archium</cp:lastModifiedBy>
  <cp:revision>1</cp:revision>
  <dcterms:created xsi:type="dcterms:W3CDTF">2026-07-19T05:37:48Z</dcterms:created>
  <dcterms:modified xsi:type="dcterms:W3CDTF">2026-07-19T05:37:48Z</dcterms:modified>
</cp:coreProperties>
</file>