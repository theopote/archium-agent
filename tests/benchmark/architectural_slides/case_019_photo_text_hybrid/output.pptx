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899160"/>
            <a:ext cx="4009949" cy="325678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44674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899160"/>
            <a:ext cx="3701491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333500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209800"/>
            <a:ext cx="370149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2429" y="2750820"/>
            <a:ext cx="3701491" cy="1405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2026-07-19T05:20:40Z</dcterms:created>
  <dcterms:modified xsi:type="dcterms:W3CDTF">2026-07-19T05:20:40Z</dcterms:modified>
</cp:coreProperties>
</file>