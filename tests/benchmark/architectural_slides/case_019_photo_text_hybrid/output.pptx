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现场问题与设计回应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088898"/>
            <a:ext cx="4009949" cy="3067050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2439543"/>
            <a:ext cx="373562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技术图纸缺失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802429" y="1088898"/>
            <a:ext cx="3701491" cy="116547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4939589" y="1488758"/>
            <a:ext cx="342717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802429" y="2330577"/>
            <a:ext cx="3701491" cy="6355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针对入口混行与导向缺失，提出分层到达与清晰标识系统。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802429" y="3004185"/>
            <a:ext cx="3701491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分层到达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清晰标识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慢行优先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现场踏勘记录.pdf p.7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现场问题与设计回应</dc:title>
  <dc:subject>现场问题与设计回应</dc:subject>
  <dc:creator>Archium</dc:creator>
  <cp:lastModifiedBy>Archium</cp:lastModifiedBy>
  <cp:revision>1</cp:revision>
  <dcterms:created xsi:type="dcterms:W3CDTF">2026-07-19T05:58:53Z</dcterms:created>
  <dcterms:modified xsi:type="dcterms:W3CDTF">2026-07-19T05:58:53Z</dcterms:modified>
</cp:coreProperties>
</file>