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1088898"/>
            <a:ext cx="3701491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488758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330577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02429" y="3004185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2026-07-19T07:09:43Z</dcterms:created>
  <dcterms:modified xsi:type="dcterms:W3CDTF">2026-07-19T07:09:43Z</dcterms:modified>
</cp:coreProperties>
</file>