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现场问题与设计回应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110886" y="1088898"/>
            <a:ext cx="3393034" cy="3204210"/>
          </a:xfrm>
          <a:prstGeom prst="rect">
            <a:avLst/>
          </a:prstGeom>
          <a:solidFill>
            <a:srgbClr val="F2F3F1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4" name="Image 0" descr="C:\Users\navib\Desktop\development\Archium-Agent\tests\benchmark\architectural_slides\case_019_photo_text_hybrid\assets\c019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4318406" cy="3204210"/>
          </a:xfrm>
          <a:prstGeom prst="rect">
            <a:avLst/>
          </a:prstGeom>
        </p:spPr>
      </p:pic>
      <p:pic>
        <p:nvPicPr>
          <p:cNvPr id="5" name="Image 1" descr="C:\Users\navib\Desktop\development\Archium-Agent\tests\benchmark\architectural_slides\case_019_photo_text_hybrid\assets\c019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10886" y="1088898"/>
            <a:ext cx="3393034" cy="121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10886" y="2382698"/>
            <a:ext cx="3393034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针对入口混行与导向缺失，提出分层到达与清晰标识系统。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110886" y="3056306"/>
            <a:ext cx="339303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分层到达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清晰标识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慢行优先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现场踏勘记录.pdf p.7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现场问题与设计回应</dc:title>
  <dc:subject>现场问题与设计回应</dc:subject>
  <dc:creator>Archium</dc:creator>
  <cp:lastModifiedBy>Archium</cp:lastModifiedBy>
  <cp:revision>1</cp:revision>
  <dcterms:created xsi:type="dcterms:W3CDTF">2026-07-29T13:22:34Z</dcterms:created>
  <dcterms:modified xsi:type="dcterms:W3CDTF">2026-07-29T13:22:34Z</dcterms:modified>
</cp:coreProperties>
</file>