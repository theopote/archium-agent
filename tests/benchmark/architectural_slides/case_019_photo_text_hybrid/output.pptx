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HIUM_PLAN_MASTER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863840" cy="6012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现场问题与设计回应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640080" y="1088898"/>
            <a:ext cx="4009949" cy="3067050"/>
          </a:xfrm>
          <a:prstGeom prst="rect">
            <a:avLst/>
          </a:prstGeom>
          <a:solidFill>
            <a:srgbClr val="FFFFFF"/>
          </a:solidFill>
          <a:ln w="19050">
            <a:solidFill>
              <a:srgbClr val="C47B2B"/>
            </a:solidFill>
            <a:prstDash val="dash"/>
          </a:ln>
        </p:spPr>
      </p:sp>
      <p:sp>
        <p:nvSpPr>
          <p:cNvPr id="4" name="Text 2"/>
          <p:cNvSpPr/>
          <p:nvPr/>
        </p:nvSpPr>
        <p:spPr>
          <a:xfrm>
            <a:off x="777240" y="2439543"/>
            <a:ext cx="373562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技术图纸缺失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802429" y="1088898"/>
            <a:ext cx="3701491" cy="1165479"/>
          </a:xfrm>
          <a:prstGeom prst="rect">
            <a:avLst/>
          </a:prstGeom>
          <a:solidFill>
            <a:srgbClr val="FFFFFF"/>
          </a:solidFill>
          <a:ln w="19050">
            <a:solidFill>
              <a:srgbClr val="C47B2B"/>
            </a:solidFill>
            <a:prstDash val="dash"/>
          </a:ln>
        </p:spPr>
      </p:sp>
      <p:sp>
        <p:nvSpPr>
          <p:cNvPr id="6" name="Text 4"/>
          <p:cNvSpPr/>
          <p:nvPr/>
        </p:nvSpPr>
        <p:spPr>
          <a:xfrm>
            <a:off x="4939589" y="1488758"/>
            <a:ext cx="3427171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素材缺失/路径未解析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802429" y="2330577"/>
            <a:ext cx="3701491" cy="6355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4A4A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针对入口混行与导向缺失，提出分层到达与清晰标识系统。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4802429" y="3004185"/>
            <a:ext cx="3701491" cy="8412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分层到达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清晰标识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慢行优先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40080" y="4530852"/>
            <a:ext cx="5504688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现场踏勘记录.pdf p.7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Archium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现场问题与设计回应</dc:title>
  <dc:subject>现场问题与设计回应</dc:subject>
  <dc:creator>Archium</dc:creator>
  <cp:lastModifiedBy>Archium</cp:lastModifiedBy>
  <cp:revision>1</cp:revision>
  <dcterms:created xsi:type="dcterms:W3CDTF">2026-07-19T05:36:59Z</dcterms:created>
  <dcterms:modified xsi:type="dcterms:W3CDTF">2026-07-19T05:36:59Z</dcterms:modified>
</cp:coreProperties>
</file>