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110886" y="1109472"/>
            <a:ext cx="3393034" cy="3046476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4318406" cy="3046476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10886" y="1109472"/>
            <a:ext cx="3393034" cy="115766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110886" y="2343333"/>
            <a:ext cx="3393034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110886" y="3016941"/>
            <a:ext cx="3393034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2026-07-28T06:54:18Z</dcterms:created>
  <dcterms:modified xsi:type="dcterms:W3CDTF">2026-07-28T06:54:18Z</dcterms:modified>
</cp:coreProperties>
</file>