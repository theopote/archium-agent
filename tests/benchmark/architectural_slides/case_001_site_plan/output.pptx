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5552237" cy="29337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228850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9448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19481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51480"/>
            <a:ext cx="2159203" cy="927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2026-07-19T05:20:37Z</dcterms:created>
  <dcterms:modified xsi:type="dcterms:W3CDTF">2026-07-19T05:20:37Z</dcterms:modified>
</cp:coreProperties>
</file>