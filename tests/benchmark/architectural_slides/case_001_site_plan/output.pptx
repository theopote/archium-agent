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院区总平面与改造范围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944880"/>
            <a:ext cx="5552237" cy="2933700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2228850"/>
            <a:ext cx="527791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技术图纸缺失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4717" y="944880"/>
            <a:ext cx="2159203" cy="927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绿地率 38%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344717" y="1948180"/>
            <a:ext cx="2159203" cy="927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容积率 1.6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344717" y="2951480"/>
            <a:ext cx="2159203" cy="927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改造范围 2.4ha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3916680"/>
            <a:ext cx="5111496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总平面明确急救、门诊与后勤分区，并标注近期改造范围。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4210812"/>
            <a:ext cx="511149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院区总体规划.pdf p.4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院区总平面与改造范围</dc:title>
  <dc:subject>院区总平面与改造范围</dc:subject>
  <dc:creator>Archium</dc:creator>
  <cp:lastModifiedBy>Archium</cp:lastModifiedBy>
  <cp:revision>1</cp:revision>
  <dcterms:created xsi:type="dcterms:W3CDTF">2026-07-19T04:54:44Z</dcterms:created>
  <dcterms:modified xsi:type="dcterms:W3CDTF">2026-07-19T04:54:44Z</dcterms:modified>
</cp:coreProperties>
</file>