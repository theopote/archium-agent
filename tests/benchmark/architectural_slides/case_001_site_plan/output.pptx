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5552237" cy="280225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44717" y="1109472"/>
            <a:ext cx="2159203" cy="8832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44717" y="1109472"/>
            <a:ext cx="2159203" cy="883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344717" y="2068957"/>
            <a:ext cx="2159203" cy="8832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44717" y="2068957"/>
            <a:ext cx="2159203" cy="883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44717" y="3028442"/>
            <a:ext cx="2159203" cy="8832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44717" y="3028442"/>
            <a:ext cx="2159203" cy="8832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949827"/>
            <a:ext cx="5111496" cy="236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4223957"/>
            <a:ext cx="5111496" cy="188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2026-07-28T06:51:54Z</dcterms:created>
  <dcterms:modified xsi:type="dcterms:W3CDTF">2026-07-28T06:51:54Z</dcterms:modified>
</cp:coreProperties>
</file>