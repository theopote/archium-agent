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院区总平面与改造范围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01_site_plan\assets\c001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7863840" cy="288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013835"/>
            <a:ext cx="5111496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总平面明确急救、门诊与后勤分区，并标注近期改造范围。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251960"/>
            <a:ext cx="5111496" cy="160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院区总体规划.pdf p.4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院区总平面与改造范围</dc:title>
  <dc:subject>院区总平面与改造范围</dc:subject>
  <dc:creator>Archium</dc:creator>
  <cp:lastModifiedBy>Archium</cp:lastModifiedBy>
  <cp:revision>1</cp:revision>
  <dcterms:created xsi:type="dcterms:W3CDTF">2026-07-29T13:03:39Z</dcterms:created>
  <dcterms:modified xsi:type="dcterms:W3CDTF">2026-07-29T13:03:39Z</dcterms:modified>
</cp:coreProperties>
</file>