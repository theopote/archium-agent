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1_site_plan\assets\c00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6323381" cy="288683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115861" y="1088898"/>
            <a:ext cx="1388059" cy="91147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15861" y="1088898"/>
            <a:ext cx="1388059" cy="911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38%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7115861" y="2076577"/>
            <a:ext cx="1388059" cy="91147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15861" y="2076577"/>
            <a:ext cx="1388059" cy="911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1.6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7115861" y="3064256"/>
            <a:ext cx="1388059" cy="91147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15861" y="3064256"/>
            <a:ext cx="1388059" cy="911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0080" y="4013835"/>
            <a:ext cx="5111496" cy="2000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4251960"/>
            <a:ext cx="5111496" cy="160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2026-07-29T12:00:03Z</dcterms:created>
  <dcterms:modified xsi:type="dcterms:W3CDTF">2026-07-29T12:00:03Z</dcterms:modified>
</cp:coreProperties>
</file>