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院区总平面与改造范围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1_site_plan\assets\c001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5552237" cy="278968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44717" y="1088898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38%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344717" y="2044192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1.6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344717" y="2999486"/>
            <a:ext cx="2159203" cy="8790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总平面明确急救、门诊与后勤分区，并标注近期改造范围。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院区总体规划.pdf p.4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院区总平面与改造范围</dc:title>
  <dc:subject>院区总平面与改造范围</dc:subject>
  <dc:creator>Archium</dc:creator>
  <cp:lastModifiedBy>Archium</cp:lastModifiedBy>
  <cp:revision>1</cp:revision>
  <dcterms:created xsi:type="dcterms:W3CDTF">2026-07-20T15:06:12Z</dcterms:created>
  <dcterms:modified xsi:type="dcterms:W3CDTF">2026-07-20T15:06:12Z</dcterms:modified>
</cp:coreProperties>
</file>