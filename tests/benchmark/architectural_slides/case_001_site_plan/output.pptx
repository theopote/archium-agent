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1_site_plan\assets\c00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5552237" cy="2822829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44717" y="1088898"/>
            <a:ext cx="2159203" cy="89014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44717" y="1088898"/>
            <a:ext cx="2159203" cy="8901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38%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344717" y="2055241"/>
            <a:ext cx="2159203" cy="89014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344717" y="2055241"/>
            <a:ext cx="2159203" cy="8901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1.6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344717" y="3021584"/>
            <a:ext cx="2159203" cy="89014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44717" y="3021584"/>
            <a:ext cx="2159203" cy="8901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0080" y="3949827"/>
            <a:ext cx="5111496" cy="2360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4223957"/>
            <a:ext cx="5111496" cy="188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2026-07-28T13:40:52Z</dcterms:created>
  <dcterms:modified xsi:type="dcterms:W3CDTF">2026-07-28T13:40:52Z</dcterms:modified>
</cp:coreProperties>
</file>