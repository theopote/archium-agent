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院区总平面与改造范围</a:t>
            </a:r>
            <a:endParaRPr lang="en-US" sz="3400" dirty="0"/>
          </a:p>
        </p:txBody>
      </p:sp>
      <p:pic>
        <p:nvPicPr>
          <p:cNvPr id="3" name="Image 0" descr="C:\Users\navib\Desktop\development\Archium-Agent\tests\benchmark\architectural_slides\case_001_site_plan\assets\c001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88898"/>
            <a:ext cx="5552237" cy="278968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344717" y="1088898"/>
            <a:ext cx="2159203" cy="8790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绿地率 38%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6344717" y="2044192"/>
            <a:ext cx="2159203" cy="8790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容积率 1.6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6344717" y="2999486"/>
            <a:ext cx="2159203" cy="8790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改造范围 2.4ha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640080" y="3916680"/>
            <a:ext cx="5111496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总平面明确急救、门诊与后勤分区，并标注近期改造范围。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40080" y="4210812"/>
            <a:ext cx="5111496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院区总体规划.pdf p.4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院区总平面与改造范围</dc:title>
  <dc:subject>院区总平面与改造范围</dc:subject>
  <dc:creator>Archium</dc:creator>
  <cp:lastModifiedBy>Archium</cp:lastModifiedBy>
  <cp:revision>1</cp:revision>
  <dcterms:created xsi:type="dcterms:W3CDTF">2026-07-20T15:00:20Z</dcterms:created>
  <dcterms:modified xsi:type="dcterms:W3CDTF">2026-07-20T15:00:20Z</dcterms:modified>
</cp:coreProperties>
</file>