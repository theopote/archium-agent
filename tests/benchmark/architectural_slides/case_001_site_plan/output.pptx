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5552237" cy="27691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109472"/>
            <a:ext cx="2159203" cy="8722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109472"/>
            <a:ext cx="2159203" cy="8722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57908"/>
            <a:ext cx="2159203" cy="8722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57908"/>
            <a:ext cx="2159203" cy="8722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3006344"/>
            <a:ext cx="2159203" cy="8722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3006344"/>
            <a:ext cx="2159203" cy="8722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2026-07-28T06:10:21Z</dcterms:created>
  <dcterms:modified xsi:type="dcterms:W3CDTF">2026-07-28T06:10:21Z</dcterms:modified>
</cp:coreProperties>
</file>