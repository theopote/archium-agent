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能耗与碳排指标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被动式设计结合机电优化，预计运营能耗下降 22%。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电耗 -22%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水耗 -15%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碳排 -18%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绿建三星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50363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能耗与碳排指标</dc:title>
  <dc:subject>能耗与碳排指标</dc:subject>
  <dc:creator>Archium</dc:creator>
  <cp:lastModifiedBy>Archium</cp:lastModifiedBy>
  <cp:revision>1</cp:revision>
  <dcterms:created xsi:type="dcterms:W3CDTF">2026-07-19T05:35:23Z</dcterms:created>
  <dcterms:modified xsi:type="dcterms:W3CDTF">2026-07-19T05:35:23Z</dcterms:modified>
</cp:coreProperties>
</file>