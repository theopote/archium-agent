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09021"/>
            <a:ext cx="7863840" cy="1008827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627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