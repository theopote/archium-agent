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13332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513332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513332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513332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42449"/>
            <a:ext cx="2545080" cy="71481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42449"/>
            <a:ext cx="2545080" cy="714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pic>
        <p:nvPicPr>
          <p:cNvPr id="12" name="Image 0" descr="C:\Users\navib\Desktop\development\Archium-Agent\tests\benchmark\architectural_slides\case_028_energy_metrics_chart\assets\c02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171566"/>
            <a:ext cx="7863840" cy="94628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2026-07-28T06:55:22Z</dcterms:created>
  <dcterms:modified xsi:type="dcterms:W3CDTF">2026-07-28T06:55:22Z</dcterms:modified>
</cp:coreProperties>
</file>