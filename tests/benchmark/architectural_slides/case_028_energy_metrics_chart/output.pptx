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能耗与碳排指标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50798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被动式设计结合机电优化，预计运营能耗下降 22%。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1492758"/>
            <a:ext cx="2545080" cy="721195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492758"/>
            <a:ext cx="2545080" cy="7211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电耗 -22%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299460" y="1492758"/>
            <a:ext cx="2545080" cy="721195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99460" y="1492758"/>
            <a:ext cx="2545080" cy="7211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水耗 -15%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958840" y="1492758"/>
            <a:ext cx="2545080" cy="721195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58840" y="1492758"/>
            <a:ext cx="2545080" cy="7211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碳排 -18%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640080" y="2328253"/>
            <a:ext cx="2545080" cy="721195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328253"/>
            <a:ext cx="2545080" cy="7211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绿建三星</a:t>
            </a:r>
            <a:endParaRPr lang="en-US" sz="2200" dirty="0"/>
          </a:p>
        </p:txBody>
      </p:sp>
      <p:pic>
        <p:nvPicPr>
          <p:cNvPr id="12" name="Image 0" descr="C:\Users\navib\Desktop\development\Archium-Agent\tests\benchmark\architectural_slides\case_028_energy_metrics_chart\assets\c028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3163748"/>
            <a:ext cx="7863840" cy="95410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绿色专篇.pdf p.14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能耗与碳排指标</dc:title>
  <dc:subject>能耗与碳排指标</dc:subject>
  <dc:creator>Archium</dc:creator>
  <cp:lastModifiedBy>Archium</cp:lastModifiedBy>
  <cp:revision>1</cp:revision>
  <dcterms:created xsi:type="dcterms:W3CDTF">2026-07-28T13:44:28Z</dcterms:created>
  <dcterms:modified xsi:type="dcterms:W3CDTF">2026-07-28T13:44:28Z</dcterms:modified>
</cp:coreProperties>
</file>