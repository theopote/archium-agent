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空间策略：由内院组织体量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13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以内院为公共核心，向四周释放门诊、科研与后勤界面。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551432"/>
            <a:ext cx="2545080" cy="2510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内院核心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99460" y="1551432"/>
            <a:ext cx="2545080" cy="2510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分层到达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58840" y="1551432"/>
            <a:ext cx="2545080" cy="2510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界面开放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30852"/>
            <a:ext cx="471830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空间策略.pdf p.2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空间策略：由内院组织体量</dc:title>
  <dc:subject>空间策略：由内院组织体量</dc:subject>
  <dc:creator>Archium</dc:creator>
  <cp:lastModifiedBy>Archium</cp:lastModifiedBy>
  <cp:revision>1</cp:revision>
  <dcterms:created xsi:type="dcterms:W3CDTF">2026-07-28T06:54:02Z</dcterms:created>
  <dcterms:modified xsi:type="dcterms:W3CDTF">2026-07-28T06:54:02Z</dcterms:modified>
</cp:coreProperties>
</file>