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交通与环境问题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804715" cy="2303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混行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1088898"/>
            <a:ext cx="2944825" cy="10890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占道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569464"/>
            <a:ext cx="2944825" cy="10890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交通与环境问题</dc:title>
  <dc:subject>交通与环境问题</dc:subject>
  <dc:creator>Archium</dc:creator>
  <cp:lastModifiedBy>Archium</cp:lastModifiedBy>
  <cp:revision>1</cp:revision>
  <dcterms:created xsi:type="dcterms:W3CDTF">2026-07-29T13:20:18Z</dcterms:created>
  <dcterms:modified xsi:type="dcterms:W3CDTF">2026-07-29T13:20:18Z</dcterms:modified>
</cp:coreProperties>
</file>