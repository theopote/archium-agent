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交通与环境问题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02_site_photos\assets\c00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804715" cy="2303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3430158"/>
            <a:ext cx="4804715" cy="5055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混行</a:t>
            </a:r>
            <a:endParaRPr lang="en-US" sz="1200" dirty="0"/>
          </a:p>
        </p:txBody>
      </p:sp>
      <p:pic>
        <p:nvPicPr>
          <p:cNvPr id="5" name="Image 1" descr="C:\Users\navib\Desktop\development\Archium-Agent\tests\benchmark\architectural_slides\case_002_site_photos\assets\c0020002-0001-4001-8001-000000000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559095" y="1088898"/>
            <a:ext cx="2944825" cy="10890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559095" y="2216094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占道</a:t>
            </a:r>
            <a:endParaRPr lang="en-US" sz="1200" dirty="0"/>
          </a:p>
        </p:txBody>
      </p:sp>
      <p:pic>
        <p:nvPicPr>
          <p:cNvPr id="7" name="Image 2" descr="C:\Users\navib\Desktop\development\Archium-Agent\tests\benchmark\architectural_slides\case_002_site_photos\assets\c0020003-0001-4001-8001-000000000003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559095" y="2569464"/>
            <a:ext cx="2944825" cy="10890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559095" y="3696660"/>
            <a:ext cx="2944825" cy="2390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景观</a:t>
            </a: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640080" y="4011930"/>
            <a:ext cx="786384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入口混行、停车占道与景观缺失叠加，患者到达体验差。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现场踏勘记录.pdf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交通与环境问题</dc:title>
  <dc:subject>交通与环境问题</dc:subject>
  <dc:creator>Archium</dc:creator>
  <cp:lastModifiedBy>Archium</cp:lastModifiedBy>
  <cp:revision>1</cp:revision>
  <dcterms:created xsi:type="dcterms:W3CDTF">2026-07-29T12:12:30Z</dcterms:created>
  <dcterms:modified xsi:type="dcterms:W3CDTF">2026-07-29T12:12:30Z</dcterms:modified>
</cp:coreProperties>
</file>