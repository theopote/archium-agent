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老院区交通与环境问题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137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入口混行、停车占道与景观缺失叠加，患者到达体验差。</a:t>
            </a:r>
            <a:endParaRPr lang="en-US" sz="1800" dirty="0"/>
          </a:p>
        </p:txBody>
      </p:sp>
      <p:pic>
        <p:nvPicPr>
          <p:cNvPr id="4" name="Image 0" descr="C:\Users\navib\Desktop\development\Archium-Agent\tests\benchmark\architectural_slides\case_002_site_photos\assets\c002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9052"/>
            <a:ext cx="3874770" cy="10086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605781"/>
            <a:ext cx="3874770" cy="2844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入口混行</a:t>
            </a:r>
            <a:endParaRPr lang="en-US" sz="1200" dirty="0"/>
          </a:p>
        </p:txBody>
      </p:sp>
      <p:pic>
        <p:nvPicPr>
          <p:cNvPr id="6" name="Image 1" descr="C:\Users\navib\Desktop\development\Archium-Agent\tests\benchmark\architectural_slides\case_002_site_photos\assets\c0020002-0001-4001-8001-00000000000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29150" y="1559052"/>
            <a:ext cx="3874770" cy="10086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29150" y="2605781"/>
            <a:ext cx="3874770" cy="2844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停车占道</a:t>
            </a:r>
            <a:endParaRPr lang="en-US" sz="1200" dirty="0"/>
          </a:p>
        </p:txBody>
      </p:sp>
      <p:pic>
        <p:nvPicPr>
          <p:cNvPr id="8" name="Image 2" descr="C:\Users\navib\Desktop\development\Archium-Agent\tests\benchmark\architectural_slides\case_002_site_photos\assets\c0020003-0001-4001-8001-00000000000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3004566"/>
            <a:ext cx="3874770" cy="100862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" y="4051295"/>
            <a:ext cx="3874770" cy="2844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景观缺失</a:t>
            </a:r>
            <a:endParaRPr lang="en-US" sz="1200" dirty="0"/>
          </a:p>
        </p:txBody>
      </p:sp>
      <p:pic>
        <p:nvPicPr>
          <p:cNvPr id="10" name="Image 3" descr="C:\Users\navib\Desktop\development\Archium-Agent\tests\benchmark\architectural_slides\case_002_site_photos\assets\c0020004-0001-4001-8001-000000000004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29150" y="3004566"/>
            <a:ext cx="3874770" cy="10086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629150" y="4051295"/>
            <a:ext cx="3874770" cy="2844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导向不清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现场踏勘记录.pdf p.6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老院区交通与环境问题</dc:title>
  <dc:subject>老院区交通与环境问题</dc:subject>
  <dc:creator>Archium</dc:creator>
  <cp:lastModifiedBy>Archium</cp:lastModifiedBy>
  <cp:revision>1</cp:revision>
  <dcterms:created xsi:type="dcterms:W3CDTF">2026-07-28T06:52:02Z</dcterms:created>
  <dcterms:modified xsi:type="dcterms:W3CDTF">2026-07-28T06:52:02Z</dcterms:modified>
</cp:coreProperties>
</file>