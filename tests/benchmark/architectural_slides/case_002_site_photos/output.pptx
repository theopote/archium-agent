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老院区交通与环境问题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入口混行、停车占道与景观缺失叠加，患者到达体验差。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538478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777240" y="1863924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入口混行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29150" y="1538478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766310" y="1863924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2915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停车占道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994279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777240" y="3319725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景观缺失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29150" y="2994279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4766310" y="3319725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2915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导向不清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现场踏勘记录.pdf p.6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老院区交通与环境问题</dc:title>
  <dc:subject>老院区交通与环境问题</dc:subject>
  <dc:creator>Archium</dc:creator>
  <cp:lastModifiedBy>Archium</cp:lastModifiedBy>
  <cp:revision>1</cp:revision>
  <dcterms:created xsi:type="dcterms:W3CDTF">2026-07-19T06:27:46Z</dcterms:created>
  <dcterms:modified xsi:type="dcterms:W3CDTF">2026-07-19T06:27:46Z</dcterms:modified>
</cp:coreProperties>
</file>