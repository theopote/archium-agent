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9052"/>
            <a:ext cx="3874770" cy="10086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59052"/>
            <a:ext cx="3874770" cy="10086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004566"/>
            <a:ext cx="3874770" cy="100862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3004566"/>
            <a:ext cx="3874770" cy="1008629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2026-07-28T06:10:29Z</dcterms:created>
  <dcterms:modified xsi:type="dcterms:W3CDTF">2026-07-28T06:10:29Z</dcterms:modified>
</cp:coreProperties>
</file>