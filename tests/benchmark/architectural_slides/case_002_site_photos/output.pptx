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863840" cy="6012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老院区交通与环境问题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050798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4A4A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入口混行、停车占道与景观缺失叠加，患者到达体验差。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640080" y="1538478"/>
            <a:ext cx="3874770" cy="1016653"/>
          </a:xfrm>
          <a:prstGeom prst="rect">
            <a:avLst/>
          </a:prstGeom>
          <a:solidFill>
            <a:srgbClr val="FFFFFF"/>
          </a:solidFill>
          <a:ln w="19050">
            <a:solidFill>
              <a:srgbClr val="C47B2B"/>
            </a:solidFill>
            <a:prstDash val="dash"/>
          </a:ln>
        </p:spPr>
      </p:sp>
      <p:sp>
        <p:nvSpPr>
          <p:cNvPr id="5" name="Text 3"/>
          <p:cNvSpPr/>
          <p:nvPr/>
        </p:nvSpPr>
        <p:spPr>
          <a:xfrm>
            <a:off x="777240" y="1863924"/>
            <a:ext cx="360045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素材缺失/路径未解析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40080" y="2593231"/>
            <a:ext cx="3874770" cy="2867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 入口混行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629150" y="1538478"/>
            <a:ext cx="3874770" cy="1016653"/>
          </a:xfrm>
          <a:prstGeom prst="rect">
            <a:avLst/>
          </a:prstGeom>
          <a:solidFill>
            <a:srgbClr val="FFFFFF"/>
          </a:solidFill>
          <a:ln w="19050">
            <a:solidFill>
              <a:srgbClr val="C47B2B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4766310" y="1863924"/>
            <a:ext cx="360045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素材缺失/路径未解析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629150" y="2593231"/>
            <a:ext cx="3874770" cy="2867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 停车占道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40080" y="2994279"/>
            <a:ext cx="3874770" cy="1016653"/>
          </a:xfrm>
          <a:prstGeom prst="rect">
            <a:avLst/>
          </a:prstGeom>
          <a:solidFill>
            <a:srgbClr val="FFFFFF"/>
          </a:solidFill>
          <a:ln w="19050">
            <a:solidFill>
              <a:srgbClr val="C47B2B"/>
            </a:solidFill>
            <a:prstDash val="dash"/>
          </a:ln>
        </p:spPr>
      </p:sp>
      <p:sp>
        <p:nvSpPr>
          <p:cNvPr id="11" name="Text 9"/>
          <p:cNvSpPr/>
          <p:nvPr/>
        </p:nvSpPr>
        <p:spPr>
          <a:xfrm>
            <a:off x="777240" y="3319725"/>
            <a:ext cx="360045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素材缺失/路径未解析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40080" y="4049032"/>
            <a:ext cx="3874770" cy="2867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 景观缺失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629150" y="2994279"/>
            <a:ext cx="3874770" cy="1016653"/>
          </a:xfrm>
          <a:prstGeom prst="rect">
            <a:avLst/>
          </a:prstGeom>
          <a:solidFill>
            <a:srgbClr val="FFFFFF"/>
          </a:solidFill>
          <a:ln w="19050">
            <a:solidFill>
              <a:srgbClr val="C47B2B"/>
            </a:solidFill>
            <a:prstDash val="dash"/>
          </a:ln>
        </p:spPr>
      </p:sp>
      <p:sp>
        <p:nvSpPr>
          <p:cNvPr id="14" name="Text 12"/>
          <p:cNvSpPr/>
          <p:nvPr/>
        </p:nvSpPr>
        <p:spPr>
          <a:xfrm>
            <a:off x="4766310" y="3319725"/>
            <a:ext cx="360045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素材缺失/路径未解析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629150" y="4049032"/>
            <a:ext cx="3874770" cy="2867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 导向不清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40080" y="4530852"/>
            <a:ext cx="5504688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现场踏勘记录.pdf p.6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老院区交通与环境问题</dc:title>
  <dc:subject>老院区交通与环境问题</dc:subject>
  <dc:creator>Archium</dc:creator>
  <cp:lastModifiedBy>Archium</cp:lastModifiedBy>
  <cp:revision>1</cp:revision>
  <dcterms:created xsi:type="dcterms:W3CDTF">2026-07-19T05:37:48Z</dcterms:created>
  <dcterms:modified xsi:type="dcterms:W3CDTF">2026-07-19T05:37:48Z</dcterms:modified>
</cp:coreProperties>
</file>