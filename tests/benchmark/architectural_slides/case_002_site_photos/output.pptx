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067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39446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74799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0538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39446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74799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0538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2227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27580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3319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2227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27580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3319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2026-07-19T05:20:37Z</dcterms:created>
  <dcterms:modified xsi:type="dcterms:W3CDTF">2026-07-19T05:20:37Z</dcterms:modified>
</cp:coreProperties>
</file>