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RCHIUM_PLAN_MASTER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863840" cy="6012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设计原则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26998"/>
            <a:ext cx="7863840" cy="112307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以人为本。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2364372"/>
            <a:ext cx="7863840" cy="1971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要点待补充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4530852"/>
            <a:ext cx="5504688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简报.pdf p.1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Archium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设计原则</dc:title>
  <dc:subject>设计原则</dc:subject>
  <dc:creator>Archium</dc:creator>
  <cp:lastModifiedBy>Archium</cp:lastModifiedBy>
  <cp:revision>1</cp:revision>
  <dcterms:created xsi:type="dcterms:W3CDTF">2026-07-29T13:50:17Z</dcterms:created>
  <dcterms:modified xsi:type="dcterms:W3CDTF">2026-07-29T13:50:17Z</dcterms:modified>
</cp:coreProperties>
</file>