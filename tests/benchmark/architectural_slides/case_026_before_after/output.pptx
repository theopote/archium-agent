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3855720" cy="24500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597607"/>
            <a:ext cx="3855720" cy="288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8200" y="1109472"/>
            <a:ext cx="3855720" cy="245003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48200" y="3597607"/>
            <a:ext cx="3855720" cy="2885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2026-07-28T06:55:07Z</dcterms:created>
  <dcterms:modified xsi:type="dcterms:W3CDTF">2026-07-28T06:55:07Z</dcterms:modified>
</cp:coreProperties>
</file>