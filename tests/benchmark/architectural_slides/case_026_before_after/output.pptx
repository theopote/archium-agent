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入口空间：改造前后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944880"/>
            <a:ext cx="2545080" cy="1546479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777240" y="1535240"/>
            <a:ext cx="2270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2529459"/>
            <a:ext cx="2545080" cy="126530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 1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比较维度 1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比较维度 2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比较维度 3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299460" y="944880"/>
            <a:ext cx="2545080" cy="1546479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3436620" y="1535240"/>
            <a:ext cx="2270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299460" y="2529459"/>
            <a:ext cx="2545080" cy="126530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 2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比较维度 1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比较维度 2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比较维度 3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958840" y="944880"/>
            <a:ext cx="2545080" cy="1546479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6096000" y="1535240"/>
            <a:ext cx="2270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58840" y="2529459"/>
            <a:ext cx="2545080" cy="126530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 3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比较维度 1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比较维度 2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比较维度 3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0080" y="390906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改造后入口由混行变为分层到达，公共界面显著开放。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效果对比.pdf p.2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入口空间：改造前后</dc:title>
  <dc:subject>入口空间：改造前后</dc:subject>
  <dc:creator>Archium</dc:creator>
  <cp:lastModifiedBy>Archium</cp:lastModifiedBy>
  <cp:revision>1</cp:revision>
  <dcterms:created xsi:type="dcterms:W3CDTF">2026-07-19T05:20:41Z</dcterms:created>
  <dcterms:modified xsi:type="dcterms:W3CDTF">2026-07-19T05:20:41Z</dcterms:modified>
</cp:coreProperties>
</file>