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入口空间：改造前后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9946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7" name="Text 5"/>
          <p:cNvSpPr/>
          <p:nvPr/>
        </p:nvSpPr>
        <p:spPr>
          <a:xfrm>
            <a:off x="343662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9946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958840" y="1088898"/>
            <a:ext cx="2545080" cy="1467269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6096000" y="1639653"/>
            <a:ext cx="2270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58840" y="2594267"/>
            <a:ext cx="2545080" cy="120049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案例 3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1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2</a:t>
            </a:r>
            <a:endParaRPr lang="en-US" sz="1600" dirty="0"/>
          </a:p>
          <a:p>
            <a:pPr algn="l"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· 比较维度 3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90906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改造后入口由混行变为分层到达，公共界面显著开放。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效果对比.pdf p.2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入口空间：改造前后</dc:title>
  <dc:subject>入口空间：改造前后</dc:subject>
  <dc:creator>Archium</dc:creator>
  <cp:lastModifiedBy>Archium</cp:lastModifiedBy>
  <cp:revision>1</cp:revision>
  <dcterms:created xsi:type="dcterms:W3CDTF">2026-07-19T05:36:24Z</dcterms:created>
  <dcterms:modified xsi:type="dcterms:W3CDTF">2026-07-19T05:36:24Z</dcterms:modified>
</cp:coreProperties>
</file>