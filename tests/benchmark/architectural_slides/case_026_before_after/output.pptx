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RCHIUM_PLAN_MASTER">
    <p:bg>
      <p:bgPr>
        <a:solidFill>
          <a:srgbClr val="F7F6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863840" cy="60121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入口空间：改造前后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640080" y="1088898"/>
            <a:ext cx="2545080" cy="1467269"/>
          </a:xfrm>
          <a:prstGeom prst="rect">
            <a:avLst/>
          </a:prstGeom>
          <a:solidFill>
            <a:srgbClr val="FFFFFF"/>
          </a:solidFill>
          <a:ln w="19050">
            <a:solidFill>
              <a:srgbClr val="C47B2B"/>
            </a:solidFill>
            <a:prstDash val="dash"/>
          </a:ln>
        </p:spPr>
      </p:sp>
      <p:sp>
        <p:nvSpPr>
          <p:cNvPr id="4" name="Text 2"/>
          <p:cNvSpPr/>
          <p:nvPr/>
        </p:nvSpPr>
        <p:spPr>
          <a:xfrm>
            <a:off x="777240" y="1639653"/>
            <a:ext cx="2270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素材缺失/路径未解析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40080" y="2594267"/>
            <a:ext cx="2545080" cy="1200493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案例 1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比较维度 1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比较维度 2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比较维度 3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3299460" y="1088898"/>
            <a:ext cx="2545080" cy="1467269"/>
          </a:xfrm>
          <a:prstGeom prst="rect">
            <a:avLst/>
          </a:prstGeom>
          <a:solidFill>
            <a:srgbClr val="FFFFFF"/>
          </a:solidFill>
          <a:ln w="19050">
            <a:solidFill>
              <a:srgbClr val="C47B2B"/>
            </a:solidFill>
            <a:prstDash val="dash"/>
          </a:ln>
        </p:spPr>
      </p:sp>
      <p:sp>
        <p:nvSpPr>
          <p:cNvPr id="7" name="Text 5"/>
          <p:cNvSpPr/>
          <p:nvPr/>
        </p:nvSpPr>
        <p:spPr>
          <a:xfrm>
            <a:off x="3436620" y="1639653"/>
            <a:ext cx="2270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素材缺失/路径未解析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3299460" y="2594267"/>
            <a:ext cx="2545080" cy="1200493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案例 2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比较维度 1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比较维度 2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比较维度 3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958840" y="1088898"/>
            <a:ext cx="2545080" cy="1467269"/>
          </a:xfrm>
          <a:prstGeom prst="rect">
            <a:avLst/>
          </a:prstGeom>
          <a:solidFill>
            <a:srgbClr val="FFFFFF"/>
          </a:solidFill>
          <a:ln w="19050">
            <a:solidFill>
              <a:srgbClr val="C47B2B"/>
            </a:solidFill>
            <a:prstDash val="dash"/>
          </a:ln>
        </p:spPr>
      </p:sp>
      <p:sp>
        <p:nvSpPr>
          <p:cNvPr id="10" name="Text 8"/>
          <p:cNvSpPr/>
          <p:nvPr/>
        </p:nvSpPr>
        <p:spPr>
          <a:xfrm>
            <a:off x="6096000" y="1639653"/>
            <a:ext cx="2270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素材缺失/路径未解析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958840" y="2594267"/>
            <a:ext cx="2545080" cy="1200493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案例 3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比较维度 1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比较维度 2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比较维度 3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40080" y="3909060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4A4A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改造后入口由混行变为分层到达，公共界面显著开放。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640080" y="4530852"/>
            <a:ext cx="5504688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效果对比.pdf p.2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Archium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入口空间：改造前后</dc:title>
  <dc:subject>入口空间：改造前后</dc:subject>
  <dc:creator>Archium</dc:creator>
  <cp:lastModifiedBy>Archium</cp:lastModifiedBy>
  <cp:revision>1</cp:revision>
  <dcterms:created xsi:type="dcterms:W3CDTF">2026-07-19T05:56:02Z</dcterms:created>
  <dcterms:modified xsi:type="dcterms:W3CDTF">2026-07-19T05:56:02Z</dcterms:modified>
</cp:coreProperties>
</file>