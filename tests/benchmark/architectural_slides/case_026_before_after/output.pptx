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入口空间：改造前后</a:t>
            </a:r>
            <a:endParaRPr lang="en-US" sz="3400" dirty="0"/>
          </a:p>
        </p:txBody>
      </p:sp>
      <p:pic>
        <p:nvPicPr>
          <p:cNvPr id="3" name="Image 0" descr="C:\Users\navib\Desktop\development\Archium-Agent\tests\benchmark\architectural_slides\case_026_before_after\assets\c026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88898"/>
            <a:ext cx="3855720" cy="2470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597577"/>
            <a:ext cx="3855720" cy="2886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改造前</a:t>
            </a:r>
            <a:endParaRPr lang="en-US" sz="1200" dirty="0"/>
          </a:p>
        </p:txBody>
      </p:sp>
      <p:pic>
        <p:nvPicPr>
          <p:cNvPr id="5" name="Image 1" descr="C:\Users\navib\Desktop\development\Archium-Agent\tests\benchmark\architectural_slides\case_026_before_after\assets\c0260002-0001-4001-8001-0000000000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48200" y="1088898"/>
            <a:ext cx="3855720" cy="24705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48200" y="3597577"/>
            <a:ext cx="3855720" cy="2886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改造后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" y="40005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改造后入口由混行变为分层到达，公共界面显著开放。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效果对比.pdf p.2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入口空间：改造前后</dc:title>
  <dc:subject>入口空间：改造前后</dc:subject>
  <dc:creator>Archium</dc:creator>
  <cp:lastModifiedBy>Archium</cp:lastModifiedBy>
  <cp:revision>1</cp:revision>
  <dcterms:created xsi:type="dcterms:W3CDTF">2026-07-29T13:49:36Z</dcterms:created>
  <dcterms:modified xsi:type="dcterms:W3CDTF">2026-07-29T13:49:36Z</dcterms:modified>
</cp:coreProperties>
</file>