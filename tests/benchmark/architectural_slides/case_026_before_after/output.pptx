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入口空间：改造前后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3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9946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43662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9946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3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5884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09600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5884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3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改造后入口由混行变为分层到达，公共界面显著开放。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效果对比.pdf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入口空间：改造前后</dc:title>
  <dc:subject>入口空间：改造前后</dc:subject>
  <dc:creator>Archium</dc:creator>
  <cp:lastModifiedBy>Archium</cp:lastModifiedBy>
  <cp:revision>1</cp:revision>
  <dcterms:created xsi:type="dcterms:W3CDTF">2026-07-19T05:37:00Z</dcterms:created>
  <dcterms:modified xsi:type="dcterms:W3CDTF">2026-07-19T05:37:00Z</dcterms:modified>
</cp:coreProperties>
</file>