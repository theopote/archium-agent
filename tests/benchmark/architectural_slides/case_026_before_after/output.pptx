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入口空间：改造前后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6_before_after\assets\c02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2545080" cy="146726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pic>
        <p:nvPicPr>
          <p:cNvPr id="5" name="Image 1" descr="C:\Users\navib\Desktop\development\Archium-Agent\tests\benchmark\architectural_slides\case_026_before_after\assets\c026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9460" y="1088898"/>
            <a:ext cx="2545080" cy="146726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4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改造后入口由混行变为分层到达，公共界面显著开放。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效果对比.pdf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入口空间：改造前后</dc:title>
  <dc:subject>入口空间：改造前后</dc:subject>
  <dc:creator>Archium</dc:creator>
  <cp:lastModifiedBy>Archium</cp:lastModifiedBy>
  <cp:revision>1</cp:revision>
  <dcterms:created xsi:type="dcterms:W3CDTF">2026-07-20T15:00:24Z</dcterms:created>
  <dcterms:modified xsi:type="dcterms:W3CDTF">2026-07-20T15:00:24Z</dcterms:modified>
</cp:coreProperties>
</file>