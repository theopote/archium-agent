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UM_PLAN_MASTER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 A / 方案 B 比较</a:t>
            </a:r>
            <a:endParaRPr lang="en-US" sz="3400" dirty="0"/>
          </a:p>
        </p:txBody>
      </p:sp>
      <p:pic>
        <p:nvPicPr>
          <p:cNvPr id="3" name="Image 0" descr="C:\Users\navib\Desktop\development\Archium-Agent\tests\benchmark\architectural_slides\case_025_scheme_columns\assets\c0250001-0001-4001-8001-0000000000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088898"/>
            <a:ext cx="3874770" cy="14672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594267"/>
            <a:ext cx="3874770" cy="12004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1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实施强度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公共性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改造成本</a:t>
            </a:r>
            <a:endParaRPr lang="en-US" sz="1600" dirty="0"/>
          </a:p>
        </p:txBody>
      </p:sp>
      <p:pic>
        <p:nvPicPr>
          <p:cNvPr id="5" name="Image 1" descr="C:\Users\navib\Desktop\development\Archium-Agent\tests\benchmark\architectural_slides\case_025_scheme_columns\assets\c0250002-0001-4001-8001-00000000000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29150" y="1088898"/>
            <a:ext cx="3874770" cy="146726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629150" y="2594267"/>
            <a:ext cx="3874770" cy="12004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2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实施强度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公共性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改造成本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40080" y="39090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 A 保留更多现状结构；方案 B 重建公共内院但实施强度更高。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40080" y="4530852"/>
            <a:ext cx="550468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方案比选.pdf p.6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Archium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方案 A / 方案 B 比较</dc:title>
  <dc:subject>方案 A / 方案 B 比较</dc:subject>
  <dc:creator>Archium</dc:creator>
  <cp:lastModifiedBy>Archium</cp:lastModifiedBy>
  <cp:revision>1</cp:revision>
  <dcterms:created xsi:type="dcterms:W3CDTF">2026-07-28T13:44:02Z</dcterms:created>
  <dcterms:modified xsi:type="dcterms:W3CDTF">2026-07-28T13:44:02Z</dcterms:modified>
</cp:coreProperties>
</file>