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8B4513"/>
            </a:solidFill>
            <a:prstDash val="dash"/>
          </a:ln>
        </p:spPr>
      </p:sp>
      <p:sp>
        <p:nvSpPr>
          <p:cNvPr id="8" name="Text 4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2026-07-20T16:43:23Z</dcterms:created>
  <dcterms:modified xsi:type="dcterms:W3CDTF">2026-07-20T16:43:23Z</dcterms:modified>
</cp:coreProperties>
</file>