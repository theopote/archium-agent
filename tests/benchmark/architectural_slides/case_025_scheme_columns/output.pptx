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/ 方案 B 比较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5_scheme_columns\assets\c025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2545080" cy="14672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pic>
        <p:nvPicPr>
          <p:cNvPr id="5" name="Image 1" descr="C:\Users\navib\Desktop\development\Archium-Agent\tests\benchmark\architectural_slides\case_025_scheme_columns\assets\c025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9460" y="1088898"/>
            <a:ext cx="2545080" cy="146726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4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保留更多现状结构；方案 B 重建公共内院但实施强度更高。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A / 方案 B 比较</dc:title>
  <dc:subject>方案 A / 方案 B 比较</dc:subject>
  <dc:creator>Archium</dc:creator>
  <cp:lastModifiedBy>Archium</cp:lastModifiedBy>
  <cp:revision>1</cp:revision>
  <dcterms:created xsi:type="dcterms:W3CDTF">2026-07-20T15:00:24Z</dcterms:created>
  <dcterms:modified xsi:type="dcterms:W3CDTF">2026-07-20T15:00:24Z</dcterms:modified>
</cp:coreProperties>
</file>