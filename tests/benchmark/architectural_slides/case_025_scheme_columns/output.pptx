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/ 方案 B 比较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实施强度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公共性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改造成本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 A 保留更多现状结构；方案 B 重建公共内院但实施强度更高。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方案比选.pdf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A / 方案 B 比较</dc:title>
  <dc:subject>方案 A / 方案 B 比较</dc:subject>
  <dc:creator>Archium</dc:creator>
  <cp:lastModifiedBy>Archium</cp:lastModifiedBy>
  <cp:revision>1</cp:revision>
  <dcterms:created xsi:type="dcterms:W3CDTF">2026-07-19T05:36:23Z</dcterms:created>
  <dcterms:modified xsi:type="dcterms:W3CDTF">2026-07-19T05:36:23Z</dcterms:modified>
</cp:coreProperties>
</file>