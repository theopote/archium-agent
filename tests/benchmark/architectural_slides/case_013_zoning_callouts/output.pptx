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功能分区与公共界面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40080" y="944880"/>
            <a:ext cx="4781093" cy="3211068"/>
          </a:xfrm>
          <a:prstGeom prst="rect">
            <a:avLst/>
          </a:prstGeom>
          <a:solidFill>
            <a:srgbClr val="FFFFFF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4" name="Text 2"/>
          <p:cNvSpPr/>
          <p:nvPr/>
        </p:nvSpPr>
        <p:spPr>
          <a:xfrm>
            <a:off x="777240" y="2367534"/>
            <a:ext cx="4506773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技术图纸缺失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573573" y="944880"/>
            <a:ext cx="2930347" cy="119125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图例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科研安静区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573573" y="2212330"/>
            <a:ext cx="2930347" cy="62247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 1：门诊公共带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573573" y="2872903"/>
            <a:ext cx="2930347" cy="62247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 2：内院开放面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573573" y="3533475"/>
            <a:ext cx="2930347" cy="62247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 3：后勤外置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40080" y="4530852"/>
            <a:ext cx="5504688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功能策划.pdf p.4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功能分区与公共界面</dc:title>
  <dc:subject>功能分区与公共界面</dc:subject>
  <dc:creator>Archium</dc:creator>
  <cp:lastModifiedBy>Archium</cp:lastModifiedBy>
  <cp:revision>1</cp:revision>
  <dcterms:created xsi:type="dcterms:W3CDTF">2026-07-19T05:20:39Z</dcterms:created>
  <dcterms:modified xsi:type="dcterms:W3CDTF">2026-07-19T05:20:39Z</dcterms:modified>
</cp:coreProperties>
</file>