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功能分区与公共界面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088898"/>
            <a:ext cx="4781093" cy="3067050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777240" y="2439543"/>
            <a:ext cx="4506773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技术图纸缺失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573573" y="1088898"/>
            <a:ext cx="2930347" cy="113652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图例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科研安静区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573573" y="2301621"/>
            <a:ext cx="2930347" cy="59270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 1：门诊公共带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573573" y="2932430"/>
            <a:ext cx="2930347" cy="59270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 2：内院开放面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573573" y="3563239"/>
            <a:ext cx="2930347" cy="59270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 3：后勤外置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功能策划.pdf p.4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功能分区与公共界面</dc:title>
  <dc:subject>功能分区与公共界面</dc:subject>
  <dc:creator>Archium</dc:creator>
  <cp:lastModifiedBy>Archium</cp:lastModifiedBy>
  <cp:revision>1</cp:revision>
  <dcterms:created xsi:type="dcterms:W3CDTF">2026-07-19T05:58:52Z</dcterms:created>
  <dcterms:modified xsi:type="dcterms:W3CDTF">2026-07-19T05:58:52Z</dcterms:modified>
</cp:coreProperties>
</file>