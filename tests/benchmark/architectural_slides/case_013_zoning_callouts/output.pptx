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功能分区与公共界面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781093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45067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573573" y="1088898"/>
            <a:ext cx="2930347" cy="11365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科研安静区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73573" y="2301621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1：门诊公共带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73573" y="2932430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2：内院开放面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3573" y="3563239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3：后勤外置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功能策划.pdf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功能分区与公共界面</dc:title>
  <dc:subject>功能分区与公共界面</dc:subject>
  <dc:creator>Archium</dc:creator>
  <cp:lastModifiedBy>Archium</cp:lastModifiedBy>
  <cp:revision>1</cp:revision>
  <dcterms:created xsi:type="dcterms:W3CDTF">2026-07-19T06:27:48Z</dcterms:created>
  <dcterms:modified xsi:type="dcterms:W3CDTF">2026-07-19T06:27:48Z</dcterms:modified>
</cp:coreProperties>
</file>