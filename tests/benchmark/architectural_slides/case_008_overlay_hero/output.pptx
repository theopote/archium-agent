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126998"/>
            <a:ext cx="7863840" cy="3208782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777240" y="2548509"/>
            <a:ext cx="7589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以路径组织空间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4503420"/>
            <a:ext cx="5504688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概念草图.pdf p.1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92480" y="2891828"/>
            <a:ext cx="3538728" cy="112307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患者路径不是附属流线，而是组织建筑体量的第一原则。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以路径组织空间</dc:title>
  <dc:subject>以路径组织空间</dc:subject>
  <dc:creator>Archium</dc:creator>
  <cp:lastModifiedBy>Archium</cp:lastModifiedBy>
  <cp:revision>1</cp:revision>
  <dcterms:created xsi:type="dcterms:W3CDTF">2026-07-19T05:36:21Z</dcterms:created>
  <dcterms:modified xsi:type="dcterms:W3CDTF">2026-07-19T05:36:21Z</dcterms:modified>
</cp:coreProperties>
</file>