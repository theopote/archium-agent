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RCHIUM_PLAN_MASTER">
    <p:bg>
      <p:bgPr>
        <a:solidFill>
          <a:srgbClr val="F7F6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126998"/>
            <a:ext cx="7863840" cy="3208782"/>
          </a:xfrm>
          <a:prstGeom prst="rect">
            <a:avLst/>
          </a:prstGeom>
          <a:solidFill>
            <a:srgbClr val="FFFFFF"/>
          </a:solidFill>
          <a:ln w="19050">
            <a:solidFill>
              <a:srgbClr val="C47B2B"/>
            </a:solidFill>
            <a:prstDash val="dash"/>
          </a:ln>
        </p:spPr>
      </p:sp>
      <p:sp>
        <p:nvSpPr>
          <p:cNvPr id="3" name="Text 1"/>
          <p:cNvSpPr/>
          <p:nvPr/>
        </p:nvSpPr>
        <p:spPr>
          <a:xfrm>
            <a:off x="777240" y="2548509"/>
            <a:ext cx="75895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素材缺失/路径未解析</a:t>
            </a:r>
            <a:endParaRPr lang="en-US" sz="1200" dirty="0"/>
          </a:p>
        </p:txBody>
      </p:sp>
      <p:sp>
        <p:nvSpPr>
          <p:cNvPr id="4" name="Text 2"/>
          <p:cNvSpPr/>
          <p:nvPr/>
        </p:nvSpPr>
        <p:spPr>
          <a:xfrm>
            <a:off x="640080" y="411480"/>
            <a:ext cx="7863840" cy="60121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1A1A1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以路径组织空间</a:t>
            </a:r>
            <a:endParaRPr lang="en-US" sz="3400" dirty="0"/>
          </a:p>
        </p:txBody>
      </p:sp>
      <p:sp>
        <p:nvSpPr>
          <p:cNvPr id="5" name="Text 3"/>
          <p:cNvSpPr/>
          <p:nvPr/>
        </p:nvSpPr>
        <p:spPr>
          <a:xfrm>
            <a:off x="640080" y="4503420"/>
            <a:ext cx="5504688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800" dirty="0">
                <a:solidFill>
                  <a:srgbClr val="777777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概念草图.pdf p.1</a:t>
            </a:r>
            <a:endParaRPr lang="en-US" sz="800" dirty="0"/>
          </a:p>
        </p:txBody>
      </p:sp>
      <p:sp>
        <p:nvSpPr>
          <p:cNvPr id="6" name="Text 4"/>
          <p:cNvSpPr/>
          <p:nvPr/>
        </p:nvSpPr>
        <p:spPr>
          <a:xfrm>
            <a:off x="792480" y="2891828"/>
            <a:ext cx="3538728" cy="112307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indent="0" marL="0">
              <a:buNone/>
            </a:pPr>
            <a:r>
              <a:rPr lang="en-US" sz="1800" dirty="0">
                <a:solidFill>
                  <a:srgbClr val="4A4A4A"/>
                </a:solidFill>
                <a:latin typeface="Microsoft YaHei" pitchFamily="34" charset="0"/>
                <a:ea typeface="Microsoft YaHei" pitchFamily="34" charset="-122"/>
                <a:cs typeface="Microsoft YaHei" pitchFamily="34" charset="-120"/>
              </a:rPr>
              <a:t>患者路径不是附属流线，而是组织建筑体量的第一原则。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Archium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以路径组织空间</dc:title>
  <dc:subject>以路径组织空间</dc:subject>
  <dc:creator>Archium</dc:creator>
  <cp:lastModifiedBy>Archium</cp:lastModifiedBy>
  <cp:revision>1</cp:revision>
  <dcterms:created xsi:type="dcterms:W3CDTF">2026-07-19T06:27:47Z</dcterms:created>
  <dcterms:modified xsi:type="dcterms:W3CDTF">2026-07-19T06:27:47Z</dcterms:modified>
</cp:coreProperties>
</file>