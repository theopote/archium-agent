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78493"/>
            <a:ext cx="3538728" cy="11630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2026-07-29T13:21:09Z</dcterms:created>
  <dcterms:modified xsi:type="dcterms:W3CDTF">2026-07-29T13:21:09Z</dcterms:modified>
</cp:coreProperties>
</file>