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设计理念：以患者路径组织空间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26998"/>
            <a:ext cx="7863840" cy="1123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设计以患者路径为主线，将到达、候诊、诊疗与离院串联为清晰空间序列。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364372"/>
            <a:ext cx="7863840" cy="1971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到达层分离急救与门诊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候诊区面向内院开放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诊疗区按科室成组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离院路径避免交叉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530852"/>
            <a:ext cx="550468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方案说明书.pdf p.3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设计理念：以患者路径组织空间</dc:title>
  <dc:subject>设计理念：以患者路径组织空间</dc:subject>
  <dc:creator>Archium</dc:creator>
  <cp:lastModifiedBy>Archium</cp:lastModifiedBy>
  <cp:revision>1</cp:revision>
  <dcterms:created xsi:type="dcterms:W3CDTF">2026-07-29T13:46:27Z</dcterms:created>
  <dcterms:modified xsi:type="dcterms:W3CDTF">2026-07-29T13:46:27Z</dcterms:modified>
</cp:coreProperties>
</file>