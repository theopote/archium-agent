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7572"/>
            <a:ext cx="7863840" cy="11158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77745"/>
            <a:ext cx="7863840" cy="19580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2026-07-28T06:52:27Z</dcterms:created>
  <dcterms:modified xsi:type="dcterms:W3CDTF">2026-07-28T06:52:27Z</dcterms:modified>
</cp:coreProperties>
</file>