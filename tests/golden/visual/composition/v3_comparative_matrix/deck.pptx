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三个既有图书馆更新案例比较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案例A：中庭再生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9946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43662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9946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案例B：街道界面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5884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609600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5884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3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9090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既有图书馆更新应优先重建公共性与可达性，而非单纯扩容。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案例研究汇编.pdf p.8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三个既有图书馆更新案例比较</dc:title>
  <dc:subject>三个既有图书馆更新案例比较</dc:subject>
  <dc:creator>Archium</dc:creator>
  <cp:lastModifiedBy>Archium</cp:lastModifiedBy>
  <cp:revision>1</cp:revision>
  <dcterms:created xsi:type="dcterms:W3CDTF">2026-07-29T03:27:12Z</dcterms:created>
  <dcterms:modified xsi:type="dcterms:W3CDTF">2026-07-29T03:27:12Z</dcterms:modified>
</cp:coreProperties>
</file>