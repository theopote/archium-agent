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D9E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A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三个既有图书馆更新案例比较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1018032"/>
            <a:ext cx="2636520" cy="1541450"/>
          </a:xfrm>
          <a:prstGeom prst="rect">
            <a:avLst/>
          </a:prstGeom>
          <a:solidFill>
            <a:srgbClr val="F3F7FA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40080" y="1605877"/>
            <a:ext cx="236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2597582"/>
            <a:ext cx="2636520" cy="1261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3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案例A：中庭再生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3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空间策略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3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运营模式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3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公众可达性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53740" y="1018032"/>
            <a:ext cx="2636520" cy="1541450"/>
          </a:xfrm>
          <a:prstGeom prst="rect">
            <a:avLst/>
          </a:prstGeom>
          <a:solidFill>
            <a:srgbClr val="F3F7FA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390900" y="1605877"/>
            <a:ext cx="236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53740" y="2597582"/>
            <a:ext cx="2636520" cy="1261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3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案例B：街道界面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3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空间策略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3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运营模式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3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公众可达性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04560" y="1018032"/>
            <a:ext cx="2636520" cy="1541450"/>
          </a:xfrm>
          <a:prstGeom prst="rect">
            <a:avLst/>
          </a:prstGeom>
          <a:solidFill>
            <a:srgbClr val="F3F7FA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141720" y="1605877"/>
            <a:ext cx="236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04560" y="2597582"/>
            <a:ext cx="2636520" cy="1261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3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3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3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空间策略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3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运营模式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3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公众可达性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9730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既有图书馆更新应优先重建公共性与可达性，而非单纯扩容。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594860"/>
            <a:ext cx="569671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A7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案例研究汇编.pdf p.8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三个既有图书馆更新案例比较</dc:title>
  <dc:subject>三个既有图书馆更新案例比较</dc:subject>
  <dc:creator>Archium</dc:creator>
  <cp:lastModifiedBy>Archium</cp:lastModifiedBy>
  <cp:revision>1</cp:revision>
  <dcterms:created xsi:type="dcterms:W3CDTF">2026-08-05T14:36:37Z</dcterms:created>
  <dcterms:modified xsi:type="dcterms:W3CDTF">2026-08-05T14:36:37Z</dcterms:modified>
</cp:coreProperties>
</file>