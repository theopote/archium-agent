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老院区更新汇报开篇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241292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966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33772" y="1088898"/>
            <a:ext cx="3470148" cy="9715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现状矛盾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流线交叉拥堵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33772" y="2136648"/>
            <a:ext cx="3470148" cy="9715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空间问题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后勤空间老化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33772" y="3184398"/>
            <a:ext cx="3470148" cy="9715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更新目标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可持续运营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院史资料.pdf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老院区更新汇报开篇</dc:title>
  <dc:subject>老院区更新汇报开篇</dc:subject>
  <dc:creator>Archium</dc:creator>
  <cp:lastModifiedBy>Archium</cp:lastModifiedBy>
  <cp:revision>1</cp:revision>
  <dcterms:created xsi:type="dcterms:W3CDTF">2026-07-23T17:25:16Z</dcterms:created>
  <dcterms:modified xsi:type="dcterms:W3CDTF">2026-07-23T17:25:16Z</dcterms:modified>
</cp:coreProperties>
</file>