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老院区更新汇报开篇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88898"/>
            <a:ext cx="3855720" cy="3204210"/>
          </a:xfrm>
          <a:prstGeom prst="rect">
            <a:avLst/>
          </a:prstGeom>
          <a:solidFill>
            <a:srgbClr val="FFFFFF"/>
          </a:solidFill>
          <a:ln w="19050">
            <a:solidFill>
              <a:srgbClr val="C47B2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2508123"/>
            <a:ext cx="358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素材缺失/路径未解析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48200" y="1088898"/>
            <a:ext cx="3855720" cy="1017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现状矛盾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流线交叉拥堵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48200" y="2182368"/>
            <a:ext cx="3855720" cy="1017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空间问题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后勤空间老化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48200" y="3275838"/>
            <a:ext cx="3855720" cy="10172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更新目标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可持续运营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院史资料.pdf p.1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老院区更新汇报开篇</dc:title>
  <dc:subject>老院区更新汇报开篇</dc:subject>
  <dc:creator>Archium</dc:creator>
  <cp:lastModifiedBy>Archium</cp:lastModifiedBy>
  <cp:revision>1</cp:revision>
  <dcterms:created xsi:type="dcterms:W3CDTF">2026-07-29T03:38:07Z</dcterms:created>
  <dcterms:modified xsi:type="dcterms:W3CDTF">2026-07-29T03:38:07Z</dcterms:modified>
</cp:coreProperties>
</file>