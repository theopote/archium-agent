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总体规划与空间结构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5552237" cy="282282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17433"/>
            <a:ext cx="52779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4717" y="1088898"/>
            <a:ext cx="2159203" cy="28228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42%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949827"/>
            <a:ext cx="5111496" cy="2360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总平面确立院落轴线与核心公服节点。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4223957"/>
            <a:ext cx="5111496" cy="188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总体规划说明书.pdf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总体规划与空间结构</dc:title>
  <dc:subject>总体规划与空间结构</dc:subject>
  <dc:creator>Archium</dc:creator>
  <cp:lastModifiedBy>Archium</cp:lastModifiedBy>
  <cp:revision>1</cp:revision>
  <dcterms:created xsi:type="dcterms:W3CDTF">2026-07-29T03:27:12Z</dcterms:created>
  <dcterms:modified xsi:type="dcterms:W3CDTF">2026-07-29T03:27:12Z</dcterms:modified>
</cp:coreProperties>
</file>