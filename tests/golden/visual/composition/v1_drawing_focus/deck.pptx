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总体规划与空间结构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6323381" cy="288683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49437"/>
            <a:ext cx="604906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15861" y="1088898"/>
            <a:ext cx="1388059" cy="28868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42%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013835"/>
            <a:ext cx="5111496" cy="200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总平面确立院落轴线与核心公服节点。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总体规划说明书.pdf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总体规划与空间结构</dc:title>
  <dc:subject>总体规划与空间结构</dc:subject>
  <dc:creator>Archium</dc:creator>
  <cp:lastModifiedBy>Archium</cp:lastModifiedBy>
  <cp:revision>1</cp:revision>
  <dcterms:created xsi:type="dcterms:W3CDTF">2026-07-29T10:23:29Z</dcterms:created>
  <dcterms:modified xsi:type="dcterms:W3CDTF">2026-07-29T10:23:29Z</dcterms:modified>
</cp:coreProperties>
</file>