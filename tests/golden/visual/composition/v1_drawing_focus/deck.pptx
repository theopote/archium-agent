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CHIUM_PLAN_MASTER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总体规划与空间结构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109472"/>
            <a:ext cx="5552237" cy="2769108"/>
          </a:xfrm>
          <a:prstGeom prst="rect">
            <a:avLst/>
          </a:prstGeom>
          <a:solidFill>
            <a:srgbClr val="FFFFFF"/>
          </a:solidFill>
          <a:ln w="19050">
            <a:solidFill>
              <a:srgbClr val="C47B2B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777240" y="2311146"/>
            <a:ext cx="527791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技术图纸缺失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4717" y="1109472"/>
            <a:ext cx="2159203" cy="27691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绿地率 42%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3916680"/>
            <a:ext cx="511149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总平面确立院落轴线与核心公服节点。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4210812"/>
            <a:ext cx="511149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总体规划说明书.pdf p.12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Archium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总体规划与空间结构</dc:title>
  <dc:subject>总体规划与空间结构</dc:subject>
  <dc:creator>Archium</dc:creator>
  <cp:lastModifiedBy>Archium</cp:lastModifiedBy>
  <cp:revision>1</cp:revision>
  <dcterms:created xsi:type="dcterms:W3CDTF">2026-07-27T17:20:01Z</dcterms:created>
  <dcterms:modified xsi:type="dcterms:W3CDTF">2026-07-27T17:20:01Z</dcterms:modified>
</cp:coreProperties>
</file>