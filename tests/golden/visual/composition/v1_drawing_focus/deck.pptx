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总体规划与空间结构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5552237" cy="2933700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228850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图纸占位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944880"/>
            <a:ext cx="2159203" cy="2933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42%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总平面确立院落轴线与核心公服节点。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总体规划说明书.pdf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总体规划与空间结构</dc:title>
  <dc:subject>总体规划与空间结构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