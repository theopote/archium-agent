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D9E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总体规划与空间结构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" y="807720"/>
            <a:ext cx="6548323" cy="3220502"/>
          </a:xfrm>
          <a:prstGeom prst="rect">
            <a:avLst/>
          </a:prstGeom>
          <a:solidFill>
            <a:srgbClr val="F3F7FA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640080" y="2235091"/>
            <a:ext cx="627400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203643" y="807720"/>
            <a:ext cx="1437437" cy="32205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45C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42%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4066322"/>
            <a:ext cx="5289804" cy="2064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总平面确立院落轴线与核心公服节点。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4310847"/>
            <a:ext cx="5289804" cy="1651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总体规划说明书.pdf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总体规划与空间结构</dc:title>
  <dc:subject>总体规划与空间结构</dc:subject>
  <dc:creator>Archium</dc:creator>
  <cp:lastModifiedBy>Archium</cp:lastModifiedBy>
  <cp:revision>1</cp:revision>
  <dcterms:created xsi:type="dcterms:W3CDTF">2026-08-05T14:36:37Z</dcterms:created>
  <dcterms:modified xsi:type="dcterms:W3CDTF">2026-08-05T14:36:37Z</dcterms:modified>
</cp:coreProperties>
</file>