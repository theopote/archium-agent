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D9E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改扩建四阶段实施路径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9799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分期实施可在不停诊条件下完成核心区更新。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77327" y="1649212"/>
            <a:ext cx="6189345" cy="32004"/>
          </a:xfrm>
          <a:prstGeom prst="rect">
            <a:avLst/>
          </a:prstGeom>
          <a:solidFill>
            <a:srgbClr val="B7C5D1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48740"/>
            <a:ext cx="1948815" cy="1356208"/>
          </a:xfrm>
          <a:prstGeom prst="rect">
            <a:avLst/>
          </a:prstGeom>
          <a:solidFill>
            <a:srgbClr val="F3F7FA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843964"/>
            <a:ext cx="1674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1735" y="2225116"/>
            <a:ext cx="114300" cy="256032"/>
          </a:xfrm>
          <a:prstGeom prst="rect">
            <a:avLst/>
          </a:prstGeom>
          <a:solidFill>
            <a:srgbClr val="F3F7FA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6035" y="1348740"/>
            <a:ext cx="1948815" cy="1356208"/>
          </a:xfrm>
          <a:prstGeom prst="rect">
            <a:avLst/>
          </a:prstGeom>
          <a:solidFill>
            <a:srgbClr val="F3F7FA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703195" y="1843964"/>
            <a:ext cx="1674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14850" y="2225116"/>
            <a:ext cx="114300" cy="256032"/>
          </a:xfrm>
          <a:prstGeom prst="rect">
            <a:avLst/>
          </a:prstGeom>
          <a:solidFill>
            <a:srgbClr val="F3F7FA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9150" y="1348740"/>
            <a:ext cx="1948815" cy="1356208"/>
          </a:xfrm>
          <a:prstGeom prst="rect">
            <a:avLst/>
          </a:prstGeom>
          <a:solidFill>
            <a:srgbClr val="F3F7FA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766310" y="1843964"/>
            <a:ext cx="1674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77965" y="2225116"/>
            <a:ext cx="114300" cy="256032"/>
          </a:xfrm>
          <a:prstGeom prst="rect">
            <a:avLst/>
          </a:prstGeom>
          <a:solidFill>
            <a:srgbClr val="F3F7FA"/>
          </a:solidFill>
          <a:ln w="12700">
            <a:solidFill>
              <a:srgbClr val="B7C5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92265" y="1348740"/>
            <a:ext cx="1948815" cy="1356208"/>
          </a:xfrm>
          <a:prstGeom prst="rect">
            <a:avLst/>
          </a:prstGeom>
          <a:solidFill>
            <a:srgbClr val="F3F7FA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829425" y="1843964"/>
            <a:ext cx="1674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89077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总结：四阶段闭环后恢复完整急诊效能。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594860"/>
            <a:ext cx="56967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A7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实施计划.pdf p.2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2743048"/>
            <a:ext cx="1948815" cy="1109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现状梳理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6035" y="2743048"/>
            <a:ext cx="1948815" cy="1109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临时分流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29150" y="2743048"/>
            <a:ext cx="1948815" cy="1109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主体改造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92265" y="2743048"/>
            <a:ext cx="1948815" cy="1109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3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运营回迁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改扩建四阶段实施路径</dc:title>
  <dc:subject>改扩建四阶段实施路径</dc:subject>
  <dc:creator>Archium</dc:creator>
  <cp:lastModifiedBy>Archium</cp:lastModifiedBy>
  <cp:revision>1</cp:revision>
  <dcterms:created xsi:type="dcterms:W3CDTF">2026-08-05T14:36:38Z</dcterms:created>
  <dcterms:modified xsi:type="dcterms:W3CDTF">2026-08-05T14:36:38Z</dcterms:modified>
</cp:coreProperties>
</file>