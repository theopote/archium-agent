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改扩建四阶段实施路径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50798"/>
            <a:ext cx="7863840" cy="32689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分期实施可在不停诊条件下完成核心区更新。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640080" y="1453896"/>
            <a:ext cx="1880235" cy="1263167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777240" y="1902600"/>
            <a:ext cx="16059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40080" y="2755163"/>
            <a:ext cx="1880235" cy="103350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 现状梳理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2520315" y="2271065"/>
            <a:ext cx="11430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634615" y="1453896"/>
            <a:ext cx="1880235" cy="1263167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9" name="Text 7"/>
          <p:cNvSpPr/>
          <p:nvPr/>
        </p:nvSpPr>
        <p:spPr>
          <a:xfrm>
            <a:off x="2771775" y="1902600"/>
            <a:ext cx="16059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634615" y="2755163"/>
            <a:ext cx="1880235" cy="103350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 临时分流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14850" y="2271065"/>
            <a:ext cx="11430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629150" y="1453896"/>
            <a:ext cx="1880235" cy="1263167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13" name="Text 11"/>
          <p:cNvSpPr/>
          <p:nvPr/>
        </p:nvSpPr>
        <p:spPr>
          <a:xfrm>
            <a:off x="4766310" y="1902600"/>
            <a:ext cx="16059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629150" y="2755163"/>
            <a:ext cx="1880235" cy="103350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 主体改造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6509385" y="2271065"/>
            <a:ext cx="11430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623685" y="1453896"/>
            <a:ext cx="1880235" cy="1263167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6760845" y="1902600"/>
            <a:ext cx="16059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623685" y="2755163"/>
            <a:ext cx="1880235" cy="103350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 运营回迁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40080" y="3826764"/>
            <a:ext cx="786384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总结：四阶段闭环后恢复完整急诊效能。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实施计划.pdf p.2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改扩建四阶段实施路径</dc:title>
  <dc:subject>改扩建四阶段实施路径</dc:subject>
  <dc:creator>Archium</dc:creator>
  <cp:lastModifiedBy>Archium</cp:lastModifiedBy>
  <cp:revision>1</cp:revision>
  <dcterms:created xsi:type="dcterms:W3CDTF">2026-07-19T05:37:22Z</dcterms:created>
  <dcterms:modified xsi:type="dcterms:W3CDTF">2026-07-19T05:37:22Z</dcterms:modified>
</cp:coreProperties>
</file>