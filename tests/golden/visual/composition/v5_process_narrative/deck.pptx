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改扩建四阶段实施路径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8610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分期实施可在不停诊条件下完成核心区更新。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229868"/>
            <a:ext cx="1880235" cy="1386383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现状梳理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229868"/>
            <a:ext cx="1880235" cy="1386383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71775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临时分流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229868"/>
            <a:ext cx="1880235" cy="1386383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66310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主体改造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125447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3685" y="1229868"/>
            <a:ext cx="1880235" cy="1386383"/>
          </a:xfrm>
          <a:prstGeom prst="rect">
            <a:avLst/>
          </a:prstGeom>
          <a:solidFill>
            <a:srgbClr val="FFFFFF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0845" y="1740179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图片占位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23685" y="2654351"/>
            <a:ext cx="1880235" cy="113431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运营回迁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总结：四阶段闭环后恢复完整急诊效能。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实施计划.pdf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改扩建四阶段实施路径</dc:title>
  <dc:subject>改扩建四阶段实施路径</dc:subject>
  <dc:creator>Archium</dc:creator>
  <cp:lastModifiedBy>Archium</cp:lastModifiedBy>
  <cp:revision>1</cp:revision>
  <dcterms:created xsi:type="dcterms:W3CDTF">2026-07-18T16:46:33Z</dcterms:created>
  <dcterms:modified xsi:type="dcterms:W3CDTF">2026-07-18T16:46:33Z</dcterms:modified>
</cp:coreProperties>
</file>