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改扩建四阶段实施路径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分期实施可在不停诊条件下完成核心区更新。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80198" y="1752173"/>
            <a:ext cx="5983605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74470"/>
            <a:ext cx="1880235" cy="125185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777240" y="1917516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20315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74470"/>
            <a:ext cx="1880235" cy="125185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17516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14850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9150" y="1474470"/>
            <a:ext cx="1880235" cy="125185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766310" y="1917516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09385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3685" y="1474470"/>
            <a:ext cx="1880235" cy="125185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760845" y="1917516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总结：四阶段闭环后恢复完整急诊效能。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实施计划.pdf p.2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现状梳理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34615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临时分流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29150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主体改造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3685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运营回迁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改扩建四阶段实施路径</dc:title>
  <dc:subject>改扩建四阶段实施路径</dc:subject>
  <dc:creator>Archium</dc:creator>
  <cp:lastModifiedBy>Archium</cp:lastModifiedBy>
  <cp:revision>1</cp:revision>
  <dcterms:created xsi:type="dcterms:W3CDTF">2026-07-27T17:20:02Z</dcterms:created>
  <dcterms:modified xsi:type="dcterms:W3CDTF">2026-07-27T17:20:02Z</dcterms:modified>
</cp:coreProperties>
</file>