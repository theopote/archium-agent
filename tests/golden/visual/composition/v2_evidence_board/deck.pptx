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患者就医过程中的高压力节点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90678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A4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患者的焦虑并不只来自疾病，而来自入口混乱、路径不清和长时间候诊。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640080" y="1394460"/>
            <a:ext cx="3874770" cy="1072820"/>
          </a:xfrm>
          <a:prstGeom prst="rect">
            <a:avLst/>
          </a:prstGeom>
          <a:solidFill>
            <a:srgbClr val="FFFFFF"/>
          </a:solidFill>
          <a:ln w="12700">
            <a:solidFill>
              <a:srgbClr val="8B451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747990"/>
            <a:ext cx="360045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图片占位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40080" y="2505380"/>
            <a:ext cx="3874770" cy="3025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 入口混乱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629150" y="1394460"/>
            <a:ext cx="3874770" cy="1072820"/>
          </a:xfrm>
          <a:prstGeom prst="rect">
            <a:avLst/>
          </a:prstGeom>
          <a:solidFill>
            <a:srgbClr val="FFFFFF"/>
          </a:solidFill>
          <a:ln w="12700">
            <a:solidFill>
              <a:srgbClr val="8B451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766310" y="1747990"/>
            <a:ext cx="360045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图片占位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629150" y="2505380"/>
            <a:ext cx="3874770" cy="3025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 路径不清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40080" y="2922270"/>
            <a:ext cx="3874770" cy="1072820"/>
          </a:xfrm>
          <a:prstGeom prst="rect">
            <a:avLst/>
          </a:prstGeom>
          <a:solidFill>
            <a:srgbClr val="FFFFFF"/>
          </a:solidFill>
          <a:ln w="12700">
            <a:solidFill>
              <a:srgbClr val="8B451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3275800"/>
            <a:ext cx="360045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图片占位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40080" y="4033190"/>
            <a:ext cx="3874770" cy="3025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 候诊过长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629150" y="2922270"/>
            <a:ext cx="3874770" cy="1072820"/>
          </a:xfrm>
          <a:prstGeom prst="rect">
            <a:avLst/>
          </a:prstGeom>
          <a:solidFill>
            <a:srgbClr val="FFFFFF"/>
          </a:solidFill>
          <a:ln w="12700">
            <a:solidFill>
              <a:srgbClr val="8B451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66310" y="3275800"/>
            <a:ext cx="360045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图片占位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629150" y="4033190"/>
            <a:ext cx="3874770" cy="3025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 问询反复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0080" y="4530852"/>
            <a:ext cx="5504688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现场踏勘记录.pdf p.3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患者就医过程中的高压力节点</dc:title>
  <dc:subject>患者就医过程中的高压力节点</dc:subject>
  <dc:creator>Archium</dc:creator>
  <cp:lastModifiedBy>Archium</cp:lastModifiedBy>
  <cp:revision>1</cp:revision>
  <dcterms:created xsi:type="dcterms:W3CDTF">2026-07-18T16:46:33Z</dcterms:created>
  <dcterms:modified xsi:type="dcterms:W3CDTF">2026-07-18T16:46:33Z</dcterms:modified>
</cp:coreProperties>
</file>