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400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患者就医过程中的高压力节点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887730"/>
            <a:ext cx="4804715" cy="2648712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029206"/>
            <a:ext cx="45303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3574542"/>
            <a:ext cx="4804715" cy="3611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入口混乱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559095" y="887730"/>
            <a:ext cx="2944825" cy="125730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696255" y="1333500"/>
            <a:ext cx="267050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559095" y="2183130"/>
            <a:ext cx="2944825" cy="1714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路径不清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559095" y="2468880"/>
            <a:ext cx="2944825" cy="125730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696255" y="2914650"/>
            <a:ext cx="267050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559095" y="3764280"/>
            <a:ext cx="2944825" cy="1714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候诊过长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4011930"/>
            <a:ext cx="7863840" cy="400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患者的焦虑并不只来自疾病，而来自入口混乱、路径不清和长时间候诊。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现场踏勘记录.pdf p.3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患者就医过程中的高压力节点</dc:title>
  <dc:subject>患者就医过程中的高压力节点</dc:subject>
  <dc:creator>Archium</dc:creator>
  <cp:lastModifiedBy>Archium</cp:lastModifiedBy>
  <cp:revision>1</cp:revision>
  <dcterms:created xsi:type="dcterms:W3CDTF">2026-07-29T10:22:54Z</dcterms:created>
  <dcterms:modified xsi:type="dcterms:W3CDTF">2026-07-29T10:22:54Z</dcterms:modified>
</cp:coreProperties>
</file>