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患者就医过程中的高压力节点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137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患者的焦虑并不只来自疾病，而来自入口混乱、路径不清和长时间候诊。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559052"/>
            <a:ext cx="3874770" cy="1008629"/>
          </a:xfrm>
          <a:prstGeom prst="rect">
            <a:avLst/>
          </a:prstGeom>
          <a:solidFill>
            <a:srgbClr val="FFFFFF"/>
          </a:solidFill>
          <a:ln w="19050">
            <a:solidFill>
              <a:srgbClr val="C47B2B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77240" y="1880486"/>
            <a:ext cx="36004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素材缺失/路径未解析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605781"/>
            <a:ext cx="3874770" cy="2844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入口混乱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29150" y="1559052"/>
            <a:ext cx="3874770" cy="1008629"/>
          </a:xfrm>
          <a:prstGeom prst="rect">
            <a:avLst/>
          </a:prstGeom>
          <a:solidFill>
            <a:srgbClr val="FFFFFF"/>
          </a:solidFill>
          <a:ln w="19050">
            <a:solidFill>
              <a:srgbClr val="C47B2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766310" y="1880486"/>
            <a:ext cx="36004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素材缺失/路径未解析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29150" y="2605781"/>
            <a:ext cx="3874770" cy="2844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路径不清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004566"/>
            <a:ext cx="3874770" cy="1008629"/>
          </a:xfrm>
          <a:prstGeom prst="rect">
            <a:avLst/>
          </a:prstGeom>
          <a:solidFill>
            <a:srgbClr val="FFFFFF"/>
          </a:solidFill>
          <a:ln w="19050">
            <a:solidFill>
              <a:srgbClr val="C47B2B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777240" y="3326000"/>
            <a:ext cx="36004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素材缺失/路径未解析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051295"/>
            <a:ext cx="3874770" cy="2844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候诊过长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29150" y="3004566"/>
            <a:ext cx="3874770" cy="1008629"/>
          </a:xfrm>
          <a:prstGeom prst="rect">
            <a:avLst/>
          </a:prstGeom>
          <a:solidFill>
            <a:srgbClr val="FFFFFF"/>
          </a:solidFill>
          <a:ln w="19050">
            <a:solidFill>
              <a:srgbClr val="C47B2B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766310" y="3326000"/>
            <a:ext cx="36004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素材缺失/路径未解析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29150" y="4051295"/>
            <a:ext cx="3874770" cy="2844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问询反复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530852"/>
            <a:ext cx="550468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现场踏勘记录.pdf p.3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患者就医过程中的高压力节点</dc:title>
  <dc:subject>患者就医过程中的高压力节点</dc:subject>
  <dc:creator>Archium</dc:creator>
  <cp:lastModifiedBy>Archium</cp:lastModifiedBy>
  <cp:revision>1</cp:revision>
  <dcterms:created xsi:type="dcterms:W3CDTF">2026-07-27T17:20:01Z</dcterms:created>
  <dcterms:modified xsi:type="dcterms:W3CDTF">2026-07-27T17:20:01Z</dcterms:modified>
</cp:coreProperties>
</file>