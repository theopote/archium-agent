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D9E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患者就医过程中的高压力节点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02920" y="1018032"/>
            <a:ext cx="4974793" cy="2403260"/>
          </a:xfrm>
          <a:prstGeom prst="rect">
            <a:avLst/>
          </a:prstGeom>
          <a:solidFill>
            <a:srgbClr val="F3F7FA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640080" y="2036782"/>
            <a:ext cx="47004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3459392"/>
            <a:ext cx="4974793" cy="52754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入口混乱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592013" y="1018032"/>
            <a:ext cx="3049067" cy="1139146"/>
          </a:xfrm>
          <a:prstGeom prst="rect">
            <a:avLst/>
          </a:prstGeom>
          <a:solidFill>
            <a:srgbClr val="F3F7FA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729173" y="1404725"/>
            <a:ext cx="277474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92013" y="2195278"/>
            <a:ext cx="3049067" cy="250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路径不清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592013" y="2559634"/>
            <a:ext cx="3049067" cy="1139146"/>
          </a:xfrm>
          <a:prstGeom prst="rect">
            <a:avLst/>
          </a:prstGeom>
          <a:solidFill>
            <a:srgbClr val="F3F7FA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729173" y="2946327"/>
            <a:ext cx="277474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92013" y="3736880"/>
            <a:ext cx="3049067" cy="250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候诊过长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4063136"/>
            <a:ext cx="8138160" cy="412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患者的焦虑并不只来自疾病，而来自入口混乱、路径不清和长时间候诊。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4594860"/>
            <a:ext cx="5696712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患者就医过程中的高压力节点</dc:title>
  <dc:subject>患者就医过程中的高压力节点</dc:subject>
  <dc:creator>Archium</dc:creator>
  <cp:lastModifiedBy>Archium</cp:lastModifiedBy>
  <cp:revision>1</cp:revision>
  <dcterms:created xsi:type="dcterms:W3CDTF">2026-08-05T14:36:37Z</dcterms:created>
  <dcterms:modified xsi:type="dcterms:W3CDTF">2026-08-05T14:36:37Z</dcterms:modified>
</cp:coreProperties>
</file>