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患者就医过程中的高压力节点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804715" cy="230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057598"/>
            <a:ext cx="4530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入口混乱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559095" y="1088898"/>
            <a:ext cx="2944825" cy="1089096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696255" y="1450566"/>
            <a:ext cx="26705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路径不清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59095" y="2569464"/>
            <a:ext cx="2944825" cy="1089096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696255" y="2931132"/>
            <a:ext cx="26705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候诊过长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患者的焦虑并不只来自疾病，而来自入口混乱、路径不清和长时间候诊。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患者就医过程中的高压力节点</dc:title>
  <dc:subject>患者就医过程中的高压力节点</dc:subject>
  <dc:creator>Archium</dc:creator>
  <cp:lastModifiedBy>Archium</cp:lastModifiedBy>
  <cp:revision>1</cp:revision>
  <dcterms:created xsi:type="dcterms:W3CDTF">2026-08-04T05:15:37Z</dcterms:created>
  <dcterms:modified xsi:type="dcterms:W3CDTF">2026-08-04T05:15:37Z</dcterms:modified>
</cp:coreProperties>
</file>