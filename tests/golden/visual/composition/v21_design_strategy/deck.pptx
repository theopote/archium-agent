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设计策略与原则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以开放院落串联历史肌理与现代功能。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36370"/>
            <a:ext cx="2545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开放公共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36370"/>
            <a:ext cx="2545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历史肌理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36370"/>
            <a:ext cx="2545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现代功能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209038"/>
            <a:ext cx="4781093" cy="162382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77240" y="2838069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73573" y="2209038"/>
            <a:ext cx="2930347" cy="16238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空间变化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空间渗透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慢行系统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设计策略与原则</dc:title>
  <dc:subject>设计策略与原则</dc:subject>
  <dc:creator>Archium</dc:creator>
  <cp:lastModifiedBy>Archium</cp:lastModifiedBy>
  <cp:revision>1</cp:revision>
  <dcterms:created xsi:type="dcterms:W3CDTF">2026-07-23T15:45:24Z</dcterms:created>
  <dcterms:modified xsi:type="dcterms:W3CDTF">2026-07-23T15:45:24Z</dcterms:modified>
</cp:coreProperties>
</file>