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设计策略与原则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079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以开放院落串联历史肌理与现代功能。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474470"/>
            <a:ext cx="2545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开放公共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99460" y="1474470"/>
            <a:ext cx="2545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历史肌理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58840" y="1474470"/>
            <a:ext cx="2545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现代功能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247138"/>
            <a:ext cx="4472635" cy="1814322"/>
          </a:xfrm>
          <a:prstGeom prst="rect">
            <a:avLst/>
          </a:prstGeom>
          <a:solidFill>
            <a:srgbClr val="FFFFFF"/>
          </a:solidFill>
          <a:ln w="19050">
            <a:solidFill>
              <a:srgbClr val="C47B2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77240" y="2971419"/>
            <a:ext cx="41983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素材缺失/路径未解析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65115" y="2247138"/>
            <a:ext cx="3238805" cy="18143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空间变化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空间渗透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慢行系统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530852"/>
            <a:ext cx="471830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设计说明.pdf p.8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设计策略与原则</dc:title>
  <dc:subject>设计策略与原则</dc:subject>
  <dc:creator>Archium</dc:creator>
  <cp:lastModifiedBy>Archium</cp:lastModifiedBy>
  <cp:revision>1</cp:revision>
  <dcterms:created xsi:type="dcterms:W3CDTF">2026-07-29T03:38:06Z</dcterms:created>
  <dcterms:modified xsi:type="dcterms:W3CDTF">2026-07-29T03:38:06Z</dcterms:modified>
</cp:coreProperties>
</file>