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改造前后对比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3855720" cy="24705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141308"/>
            <a:ext cx="3581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3597577"/>
            <a:ext cx="3855720" cy="28862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改造前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48200" y="1088898"/>
            <a:ext cx="3855720" cy="24705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785360" y="2141308"/>
            <a:ext cx="3581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648200" y="3597577"/>
            <a:ext cx="3855720" cy="28862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0005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改造后公共界面与可达性显著提升。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改造记录.pdf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改造前后对比</dc:title>
  <dc:subject>改造前后对比</dc:subject>
  <dc:creator>Archium</dc:creator>
  <cp:lastModifiedBy>Archium</cp:lastModifiedBy>
  <cp:revision>1</cp:revision>
  <dcterms:created xsi:type="dcterms:W3CDTF">2026-07-23T17:25:16Z</dcterms:created>
  <dcterms:modified xsi:type="dcterms:W3CDTF">2026-07-23T17:25:16Z</dcterms:modified>
</cp:coreProperties>
</file>