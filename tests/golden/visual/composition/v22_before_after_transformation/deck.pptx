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改造前后对比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88898"/>
            <a:ext cx="3855720" cy="2470579"/>
          </a:xfrm>
          <a:prstGeom prst="rect">
            <a:avLst/>
          </a:prstGeom>
          <a:solidFill>
            <a:srgbClr val="FFFFFF"/>
          </a:solidFill>
          <a:ln w="19050">
            <a:solidFill>
              <a:srgbClr val="C47B2B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777240" y="2141308"/>
            <a:ext cx="3581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素材缺失/路径未解析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3597577"/>
            <a:ext cx="3855720" cy="2886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改造前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48200" y="1088898"/>
            <a:ext cx="3855720" cy="2470579"/>
          </a:xfrm>
          <a:prstGeom prst="rect">
            <a:avLst/>
          </a:prstGeom>
          <a:solidFill>
            <a:srgbClr val="FFFFFF"/>
          </a:solidFill>
          <a:ln w="19050">
            <a:solidFill>
              <a:srgbClr val="C47B2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785360" y="2141308"/>
            <a:ext cx="3581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素材缺失/路径未解析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48200" y="3597577"/>
            <a:ext cx="3855720" cy="2886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改造后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0005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改造后公共界面与可达性显著提升。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4530852"/>
            <a:ext cx="550468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改造记录.pdf p.3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改造前后对比</dc:title>
  <dc:subject>改造前后对比</dc:subject>
  <dc:creator>Archium</dc:creator>
  <cp:lastModifiedBy>Archium</cp:lastModifiedBy>
  <cp:revision>1</cp:revision>
  <dcterms:created xsi:type="dcterms:W3CDTF">2026-07-29T03:38:07Z</dcterms:created>
  <dcterms:modified xsi:type="dcterms:W3CDTF">2026-07-29T03:38:07Z</dcterms:modified>
</cp:coreProperties>
</file>