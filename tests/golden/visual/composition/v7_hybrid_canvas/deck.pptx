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核心区改造：图纸与证据对照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110886" y="1109472"/>
            <a:ext cx="3393034" cy="3046476"/>
          </a:xfrm>
          <a:prstGeom prst="rect">
            <a:avLst/>
          </a:prstGeom>
          <a:solidFill>
            <a:srgbClr val="F2F3F1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09472"/>
            <a:ext cx="4318406" cy="2680899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77240" y="2267041"/>
            <a:ext cx="40440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828471"/>
            <a:ext cx="4318406" cy="327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 核心区总平面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10886" y="1109472"/>
            <a:ext cx="1658417" cy="1157661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248046" y="1505422"/>
            <a:ext cx="138409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45503" y="1109472"/>
            <a:ext cx="1658417" cy="1157661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982663" y="1505422"/>
            <a:ext cx="138409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10886" y="2343333"/>
            <a:ext cx="1677467" cy="395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建筑密度 1.6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26453" y="2343333"/>
            <a:ext cx="1677467" cy="395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绿地率 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10886" y="2815011"/>
            <a:ext cx="3393034" cy="635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主图纸给出结构骨架，辅助图与指标共同说明改造优先级。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10886" y="3488619"/>
            <a:ext cx="339303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优先打通北侧急救轴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10886" y="3954780"/>
            <a:ext cx="339303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图2 南北侧现状对照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改造专项.pdf p.9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核心区改造：图纸与证据对照</dc:title>
  <dc:subject>核心区改造：图纸与证据对照</dc:subject>
  <dc:creator>Archium</dc:creator>
  <cp:lastModifiedBy>Archium</cp:lastModifiedBy>
  <cp:revision>1</cp:revision>
  <dcterms:created xsi:type="dcterms:W3CDTF">2026-07-27T17:20:02Z</dcterms:created>
  <dcterms:modified xsi:type="dcterms:W3CDTF">2026-07-27T17:20:02Z</dcterms:modified>
</cp:coreProperties>
</file>