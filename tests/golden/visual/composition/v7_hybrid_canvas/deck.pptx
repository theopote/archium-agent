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D9E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核心区改造：图纸与证据对照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127346" y="1018032"/>
            <a:ext cx="3513734" cy="3339084"/>
          </a:xfrm>
          <a:prstGeom prst="rect">
            <a:avLst/>
          </a:prstGeom>
          <a:solidFill>
            <a:srgbClr val="F2F3F1"/>
          </a:solidFill>
          <a:ln w="12700">
            <a:solidFill>
              <a:srgbClr val="B7C5D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18032"/>
            <a:ext cx="4472026" cy="2938394"/>
          </a:xfrm>
          <a:prstGeom prst="rect">
            <a:avLst/>
          </a:prstGeom>
          <a:solidFill>
            <a:srgbClr val="F3F7FA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40080" y="2304349"/>
            <a:ext cx="419770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3994526"/>
            <a:ext cx="4472026" cy="36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图1 核心区总平面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127346" y="1018032"/>
            <a:ext cx="1718767" cy="1234440"/>
          </a:xfrm>
          <a:prstGeom prst="rect">
            <a:avLst/>
          </a:prstGeom>
          <a:solidFill>
            <a:srgbClr val="F3F7FA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264506" y="1452372"/>
            <a:ext cx="144444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922313" y="1018032"/>
            <a:ext cx="1718767" cy="1234440"/>
          </a:xfrm>
          <a:prstGeom prst="rect">
            <a:avLst/>
          </a:prstGeom>
          <a:solidFill>
            <a:srgbClr val="F3F7FA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7059473" y="1452372"/>
            <a:ext cx="144444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7346" y="2328672"/>
            <a:ext cx="1737817" cy="3611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C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建筑密度 1.6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903263" y="2328672"/>
            <a:ext cx="1737817" cy="3611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45C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127346" y="2766060"/>
            <a:ext cx="3513734" cy="4983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3A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主图纸给出结构骨架，辅助图与指标共同说明改造优先级。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27346" y="3302508"/>
            <a:ext cx="3513734" cy="4983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325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优先打通北侧急救轴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325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保留南侧景观缓冲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27346" y="4155948"/>
            <a:ext cx="351373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F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图2 南北侧现状对照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594860"/>
            <a:ext cx="5696712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A7D8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改造专项.pdf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核心区改造：图纸与证据对照</dc:title>
  <dc:subject>核心区改造：图纸与证据对照</dc:subject>
  <dc:creator>Archium</dc:creator>
  <cp:lastModifiedBy>Archium</cp:lastModifiedBy>
  <cp:revision>1</cp:revision>
  <dcterms:created xsi:type="dcterms:W3CDTF">2026-08-05T14:36:38Z</dcterms:created>
  <dcterms:modified xsi:type="dcterms:W3CDTF">2026-08-05T14:36:38Z</dcterms:modified>
</cp:coreProperties>
</file>