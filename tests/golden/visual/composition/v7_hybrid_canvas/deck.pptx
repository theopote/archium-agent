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核心区改造：图纸与证据对照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899160"/>
            <a:ext cx="4009949" cy="286597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149267"/>
            <a:ext cx="373562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3803233"/>
            <a:ext cx="4009949" cy="3527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图1 核心区总平面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02429" y="899160"/>
            <a:ext cx="1812646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939589" y="1333500"/>
            <a:ext cx="153832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691274" y="899160"/>
            <a:ext cx="1812646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828434" y="1333500"/>
            <a:ext cx="153832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02429" y="2209800"/>
            <a:ext cx="18316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建筑密度 1.6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672224" y="2209800"/>
            <a:ext cx="18316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802429" y="2926080"/>
            <a:ext cx="3701491" cy="4304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主图纸给出结构骨架，辅助图与指标共同说明改造优先级。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802429" y="3394634"/>
            <a:ext cx="3701491" cy="5418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优先打通北侧急救轴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保留南侧景观缓冲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02429" y="3954780"/>
            <a:ext cx="3701491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图2 南北侧现状对照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改造专项.pdf p.9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核心区改造：图纸与证据对照</dc:title>
  <dc:subject>核心区改造：图纸与证据对照</dc:subject>
  <dc:creator>Archium</dc:creator>
  <cp:lastModifiedBy>Archium</cp:lastModifiedBy>
  <cp:revision>1</cp:revision>
  <dcterms:created xsi:type="dcterms:W3CDTF">2026-07-19T04:30:37Z</dcterms:created>
  <dcterms:modified xsi:type="dcterms:W3CDTF">2026-07-19T04:30:37Z</dcterms:modified>
</cp:coreProperties>
</file>