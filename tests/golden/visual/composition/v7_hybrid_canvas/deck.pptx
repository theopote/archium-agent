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核心区改造：图纸与证据对照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110886" y="1088898"/>
            <a:ext cx="3393034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88898"/>
            <a:ext cx="4318406" cy="2819705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2315870"/>
            <a:ext cx="404408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3946703"/>
            <a:ext cx="4318406" cy="3464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 核心区总平面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10886" y="1088898"/>
            <a:ext cx="1658417" cy="12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248046" y="1514818"/>
            <a:ext cx="138409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45503" y="1088898"/>
            <a:ext cx="1658417" cy="12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982663" y="1514818"/>
            <a:ext cx="138409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10886" y="2382698"/>
            <a:ext cx="1677467" cy="395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建筑密度 1.6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26453" y="2382698"/>
            <a:ext cx="1677467" cy="395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110886" y="2854376"/>
            <a:ext cx="3393034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主图纸给出结构骨架，辅助图与指标共同说明改造优先级。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10886" y="3527984"/>
            <a:ext cx="339303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优先打通北侧急救轴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10886" y="4091940"/>
            <a:ext cx="339303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图2 南北侧现状对照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改造专项.pdf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核心区改造：图纸与证据对照</dc:title>
  <dc:subject>核心区改造：图纸与证据对照</dc:subject>
  <dc:creator>Archium</dc:creator>
  <cp:lastModifiedBy>Archium</cp:lastModifiedBy>
  <cp:revision>1</cp:revision>
  <dcterms:created xsi:type="dcterms:W3CDTF">2026-07-29T03:27:13Z</dcterms:created>
  <dcterms:modified xsi:type="dcterms:W3CDTF">2026-07-29T03:27:13Z</dcterms:modified>
</cp:coreProperties>
</file>