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区位与交通分析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88898"/>
            <a:ext cx="4241292" cy="320421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508123"/>
            <a:ext cx="3966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技术图纸缺失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33772" y="1088898"/>
            <a:ext cx="34701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交通/可达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地铁 800m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主干道贯通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服务半径 500m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33772" y="2280666"/>
            <a:ext cx="1716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 800m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87896" y="2280666"/>
            <a:ext cx="1716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服务半径 500m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33772" y="3657600"/>
            <a:ext cx="3470148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基地位于轨道站点 800m 辐射圈，主干道可达性良好。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区位分析.pdf p.2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区位与交通分析</dc:title>
  <dc:subject>区位与交通分析</dc:subject>
  <dc:creator>Archium</dc:creator>
  <cp:lastModifiedBy>Archium</cp:lastModifiedBy>
  <cp:revision>1</cp:revision>
  <dcterms:created xsi:type="dcterms:W3CDTF">2026-07-29T03:38:06Z</dcterms:created>
  <dcterms:modified xsi:type="dcterms:W3CDTF">2026-07-29T03:38:06Z</dcterms:modified>
</cp:coreProperties>
</file>