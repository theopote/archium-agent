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急诊流线与交叉冲突分析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4781093" cy="3211068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67534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944880"/>
            <a:ext cx="2930347" cy="1191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急救流线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步行流线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后勤流线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冲突节点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212330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1：急救通道与步行入口交叉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872903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2：候诊回流挤压抢救区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33475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3：后勤与污物路径未闭环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流线分析说明.pdf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急诊流线与交叉冲突分析</dc:title>
  <dc:subject>急诊流线与交叉冲突分析</dc:subject>
  <dc:creator>Archium</dc:creator>
  <cp:lastModifiedBy>Archium</cp:lastModifiedBy>
  <cp:revision>1</cp:revision>
  <dcterms:created xsi:type="dcterms:W3CDTF">2026-07-19T04:30:37Z</dcterms:created>
  <dcterms:modified xsi:type="dcterms:W3CDTF">2026-07-19T04:30:37Z</dcterms:modified>
</cp:coreProperties>
</file>