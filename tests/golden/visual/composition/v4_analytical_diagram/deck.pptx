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D9E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急诊流线与交叉冲突分析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" y="1018032"/>
            <a:ext cx="4951171" cy="3201924"/>
          </a:xfrm>
          <a:prstGeom prst="rect">
            <a:avLst/>
          </a:prstGeom>
          <a:solidFill>
            <a:srgbClr val="F3F7FA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640080" y="2436114"/>
            <a:ext cx="46768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06491" y="1018032"/>
            <a:ext cx="3034589" cy="11877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急救流线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步行流线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后勤流线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冲突节点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06491" y="2282007"/>
            <a:ext cx="3034589" cy="6205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1：急救通道与步行入口交叉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06491" y="2940690"/>
            <a:ext cx="3034589" cy="6205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2：候诊回流挤压抢救区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06491" y="3599373"/>
            <a:ext cx="3034589" cy="6205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3：后勤与污物路径未闭环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4594860"/>
            <a:ext cx="5696712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流线分析说明.pdf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急诊流线与交叉冲突分析</dc:title>
  <dc:subject>急诊流线与交叉冲突分析</dc:subject>
  <dc:creator>Archium</dc:creator>
  <cp:lastModifiedBy>Archium</cp:lastModifiedBy>
  <cp:revision>1</cp:revision>
  <dcterms:created xsi:type="dcterms:W3CDTF">2026-08-05T14:36:38Z</dcterms:created>
  <dcterms:modified xsi:type="dcterms:W3CDTF">2026-08-05T14:36:38Z</dcterms:modified>
</cp:coreProperties>
</file>