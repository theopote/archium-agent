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急诊核心运营指标看板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079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候诊压力仍是当前最需优先治理的指标。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492758"/>
            <a:ext cx="2545080" cy="721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日均急诊 860人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99460" y="1492758"/>
            <a:ext cx="2545080" cy="721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平均候诊 42分钟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58840" y="1492758"/>
            <a:ext cx="2545080" cy="721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床位周转 1.8次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328253"/>
            <a:ext cx="2545080" cy="721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抢救成功率 96%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99460" y="2328253"/>
            <a:ext cx="2545080" cy="721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满意度 78%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3163748"/>
            <a:ext cx="7863840" cy="954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50363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</a:rPr>
              <a:t>图表占位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530852"/>
            <a:ext cx="55046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运营数据月报.pdf p.1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急诊核心运营指标看板</dc:title>
  <dc:subject>急诊核心运营指标看板</dc:subject>
  <dc:creator>Archium</dc:creator>
  <cp:lastModifiedBy>Archium</cp:lastModifiedBy>
  <cp:revision>1</cp:revision>
  <dcterms:created xsi:type="dcterms:W3CDTF">2026-07-29T03:27:13Z</dcterms:created>
  <dcterms:modified xsi:type="dcterms:W3CDTF">2026-07-29T03:27:13Z</dcterms:modified>
</cp:coreProperties>
</file>