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D9E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急诊核心运营指标看板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97993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候诊压力仍是当前最需优先治理的指标。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1421892"/>
            <a:ext cx="2636520" cy="7630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45C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日均急诊 860人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253740" y="1421892"/>
            <a:ext cx="2636520" cy="7630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45C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平均候诊 42分钟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004560" y="1421892"/>
            <a:ext cx="2636520" cy="7630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45C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床位周转 1.8次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2920" y="2299198"/>
            <a:ext cx="2636520" cy="7630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45C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抢救成功率 96%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253740" y="2299198"/>
            <a:ext cx="2636520" cy="7630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45C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满意度 78%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02920" y="3176504"/>
            <a:ext cx="8138160" cy="1005352"/>
          </a:xfrm>
          <a:prstGeom prst="rect">
            <a:avLst/>
          </a:prstGeom>
          <a:solidFill>
            <a:srgbClr val="F3F7FA"/>
          </a:solidFill>
          <a:ln w="12700">
            <a:solidFill>
              <a:srgbClr val="B7C5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54202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7D8C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594860"/>
            <a:ext cx="5696712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A7D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运营数据月报.pdf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急诊核心运营指标看板</dc:title>
  <dc:subject>急诊核心运营指标看板</dc:subject>
  <dc:creator>Archium</dc:creator>
  <cp:lastModifiedBy>Archium</cp:lastModifiedBy>
  <cp:revision>1</cp:revision>
  <dcterms:created xsi:type="dcterms:W3CDTF">2026-08-05T14:36:38Z</dcterms:created>
  <dcterms:modified xsi:type="dcterms:W3CDTF">2026-08-05T14:36:38Z</dcterms:modified>
</cp:coreProperties>
</file>