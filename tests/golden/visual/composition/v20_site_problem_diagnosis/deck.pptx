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现状问题诊断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88898"/>
            <a:ext cx="2198218" cy="2835402"/>
          </a:xfrm>
          <a:prstGeom prst="rect">
            <a:avLst/>
          </a:prstGeom>
          <a:solidFill>
            <a:srgbClr val="FFFFFF"/>
          </a:solidFill>
          <a:ln w="19050">
            <a:solidFill>
              <a:srgbClr val="C47B2B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777240" y="2323719"/>
            <a:ext cx="19238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素材缺失/路径未解析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914498" y="1088898"/>
            <a:ext cx="2198218" cy="2835402"/>
          </a:xfrm>
          <a:prstGeom prst="rect">
            <a:avLst/>
          </a:prstGeom>
          <a:solidFill>
            <a:srgbClr val="FFFFFF"/>
          </a:solidFill>
          <a:ln w="19050">
            <a:solidFill>
              <a:srgbClr val="C47B2B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051658" y="2323719"/>
            <a:ext cx="19238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素材缺失/路径未解析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65115" y="1088898"/>
            <a:ext cx="3238805" cy="28354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结构老化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空间不足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流线混乱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0005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结构老化与空间不足并存，需优先解决安全与流线问题。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4530852"/>
            <a:ext cx="55046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现场踏勘.pdf p.5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现状问题诊断</dc:title>
  <dc:subject>现状问题诊断</dc:subject>
  <dc:creator>Archium</dc:creator>
  <cp:lastModifiedBy>Archium</cp:lastModifiedBy>
  <cp:revision>1</cp:revision>
  <dcterms:created xsi:type="dcterms:W3CDTF">2026-07-29T03:38:06Z</dcterms:created>
  <dcterms:modified xsi:type="dcterms:W3CDTF">2026-07-29T03:38:06Z</dcterms:modified>
</cp:coreProperties>
</file>