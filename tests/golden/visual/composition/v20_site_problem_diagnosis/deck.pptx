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现状问题诊断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198218" cy="283540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23719"/>
            <a:ext cx="19238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14498" y="1088898"/>
            <a:ext cx="2198218" cy="283540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051658" y="2323719"/>
            <a:ext cx="19238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265115" y="1088898"/>
            <a:ext cx="3238805" cy="28354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结构老化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空间不足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流线混乱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40005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结构老化与空间不足并存，需优先解决安全与流线问题。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现状问题诊断</dc:title>
  <dc:subject>现状问题诊断</dc:subject>
  <dc:creator>Archium</dc:creator>
  <cp:lastModifiedBy>Archium</cp:lastModifiedBy>
  <cp:revision>1</cp:revision>
  <dcterms:created xsi:type="dcterms:W3CDTF">2026-07-23T17:25:16Z</dcterms:created>
  <dcterms:modified xsi:type="dcterms:W3CDTF">2026-07-23T17:25:16Z</dcterms:modified>
</cp:coreProperties>
</file>