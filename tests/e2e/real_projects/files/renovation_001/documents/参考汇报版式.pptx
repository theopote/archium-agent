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东华文创园（脱敏）改造汇报参考版式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脱敏参考 · 版式与章节节奏示意（非最终方案）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厂区现状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厂区现状版式参考：对比图 + 策略要点 + 指标栏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问题诊断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问题诊断版式参考：对比图 + 策略要点 + 指标栏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改造策略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改造策略版式参考：对比图 + 策略要点 + 指标栏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分期实施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分期实施版式参考：对比图 + 策略要点 + 指标栏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