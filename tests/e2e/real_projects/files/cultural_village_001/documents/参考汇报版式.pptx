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砚溪村（脱敏）参考汇报版式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脱敏参考 · 版式与章节节奏示意（非最终方案）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村落背景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村落背景版式参考：标题区 + 主图区 + 要点栏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文化叙事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文化叙事版式参考：标题区 + 主图区 + 要点栏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保护策略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保护策略版式参考：标题区 + 主图区 + 要点栏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活化路径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活化路径版式参考：标题区 + 主图区 + 要点栏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