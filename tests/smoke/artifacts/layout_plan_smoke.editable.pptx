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LayoutPlan 执行渲染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坐标由 LayoutPlan 决定，renderer 不得重排。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LayoutPlan Smoke</dc:title>
  <dc:subject>LayoutPlan Smoke</dc:subject>
  <dc:creator>Archium</dc:creator>
  <cp:lastModifiedBy>Archium</cp:lastModifiedBy>
  <cp:revision>1</cp:revision>
  <dcterms:created xsi:type="dcterms:W3CDTF">2026-07-18T11:26:35Z</dcterms:created>
  <dcterms:modified xsi:type="dcterms:W3CDTF">2026-07-18T11:26:35Z</dcterms:modified>
</cp:coreProperties>
</file>