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Smoke test speaker note — 中文备注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第二页备注：Windows 中文路径兼容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Archium PptxGen Smoke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原生元素 PPTX 验证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Node.js 渲染链路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7280" cy="5486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检查页数、标题与 speaker notes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要点一：中文渲染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要点二：字体降级可接受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Archium PptxGen Smoke</dc:title>
  <dc:subject>Archium PptxGen Smoke</dc:subject>
  <dc:creator>Archium</dc:creator>
  <cp:lastModifiedBy>Archium</cp:lastModifiedBy>
  <cp:revision>1</cp:revision>
  <dcterms:created xsi:type="dcterms:W3CDTF">2026-07-18T05:03:07Z</dcterms:created>
  <dcterms:modified xsi:type="dcterms:W3CDTF">2026-07-18T05:03:07Z</dcterms:modified>
</cp:coreProperties>
</file>