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3b9bded2-ea7b-43ce-9d7f-acef14939e9b\01_village_aer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2fdfd753-4139-45dc-a65b-8946cc503c1e\02_historic_alle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24f366c5-4ac8-456c-87c9-f0917f436194\03_ancestral_hall_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院区现状要点 2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55b778a6-d487-4965-8cbf-477319fafc1f\04_water_network_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院区现状要点 3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fcde78c3-981f-4aa8-a8ed-117b7a42fa5d\05_courtyard_lif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0e15d9e9-f594-4581-901d-1d407e970bad\06_heritage_ele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f009f54a-d1af-4b81-9191-b53ce539774f\07_tourism_circu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问题诊断要点 2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5a3dd012-32f8-4f98-bc8b-aa05dcd8077f\08_repair_node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问题诊断要点 3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e13df958-622b-421a-a3cb-4ba370021eaa\09_activation_strategy_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9ca2572b-e77b-43a9-a93f-d5c5c2259c81\10_phasing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e7ea7937-8fb9-4d8f-92a0-38f843e5fdd2\11_street_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2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3b9bded2-ea7b-43ce-9d7f-acef14939e9b\01_village_aer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3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2fdfd753-4139-45dc-a65b-8946cc503c1e\02_historic_alle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4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24f366c5-4ac8-456c-87c9-f0917f436194\03_ancestral_hall_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5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55b778a6-d487-4965-8cbf-477319fafc1f\04_water_network_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fcde78c3-981f-4aa8-a8ed-117b7a42fa5d\05_courtyard_lif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0e15d9e9-f594-4581-901d-1d407e970bad\06_heritage_ele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分期实施要点 2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f009f54a-d1af-4b81-9191-b53ce539774f\07_tourism_circu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分期实施要点 3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5a3dd012-32f8-4f98-bc8b-aa05dcd8077f\08_repair_node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总结决策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821caec3-85c9-4be5-9c41-4e1b4b1e4400\assets\e13df958-622b-421a-a3cb-4ba370021eaa\09_activation_strategy_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总结决策要点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总结决策需要纳入整体更新策略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老院区更新完整汇报</dc:title>
  <dc:subject>老院区更新完整汇报</dc:subject>
  <dc:creator>Archium</dc:creator>
  <cp:lastModifiedBy>Archium</cp:lastModifiedBy>
  <cp:revision>1</cp:revision>
  <dcterms:created xsi:type="dcterms:W3CDTF">2026-07-20T16:36:58Z</dcterms:created>
  <dcterms:modified xsi:type="dcterms:W3CDTF">2026-07-20T16:36:58Z</dcterms:modified>
</cp:coreProperties>
</file>