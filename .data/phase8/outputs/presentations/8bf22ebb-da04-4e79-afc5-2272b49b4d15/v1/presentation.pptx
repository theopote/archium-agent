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bab53ec1-8ecd-4f43-9847-15775ce7220d\01_factory_aer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4c75dd68-446f-447c-9b97-ae11df2ab259\02_facade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d6e68cfd-9f4e-4edb-821b-6a72e5019010\03_structure_exis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院区现状要点 2</a:t>
            </a:r>
            <a:endParaRPr lang="en-US" sz="3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21f849b6-693b-4181-b30a-c1a61e4e40e9\04_floor_plan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院区现状需要纳入整体更新策略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db928def-6ab2-4829-a74f-68decc23a764\05_floor_plan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7332dea9-5dcc-4b6b-b655-b08c5ef86c62\06_public_real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9fd2caf6-2685-4b76-902b-7f965fe60731\07_circulation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问题诊断要点 2</a:t>
            </a:r>
            <a:endParaRPr lang="en-US" sz="3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28abb72b-fa1c-4acb-ba44-2e6ec87c2783\08_phasing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b4db765e-1ca0-4873-8890-074eadeccba7\09_section_renov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5503b66e-8ccb-4563-8b0b-46048fcc4646\10_ground_activ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ca1f8c4d-9e41-4002-b6a8-7624a1b902d2\11_roof_interven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2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bab53ec1-8ecd-4f43-9847-15775ce7220d\01_factory_aeri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4c75dd68-446f-447c-9b97-ae11df2ab259\02_facade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4</a:t>
            </a:r>
            <a:endParaRPr lang="en-US" sz="3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d6e68cfd-9f4e-4edb-821b-6a72e5019010\03_structure_exist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改造策略要点 5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改造策略需要纳入整体更新策略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21f849b6-693b-4181-b30a-c1a61e4e40e9\04_floor_plan_befo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db928def-6ab2-4829-a74f-68decc23a764\05_floor_plan_aft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7332dea9-5dcc-4b6b-b655-b08c5ef86c62\06_public_real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分期实施要点 2</a:t>
            </a:r>
            <a:endParaRPr lang="en-US" sz="3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9fd2caf6-2685-4b76-902b-7f965fe60731\07_circulation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分期实施要点 3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分期实施需要纳入整体更新策略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28abb72b-fa1c-4acb-ba44-2e6ec87c2783\08_phasing_diagra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26998"/>
            <a:ext cx="7863840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总结决策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navib\Desktop\development\Archium-Agent\data\projects\52a61678-92a7-4604-921c-847e8facbeee\assets\b4db765e-1ca0-4873-8890-074eadeccba7\09_section_renov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31285" y="1126998"/>
            <a:ext cx="4472635" cy="32087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411480"/>
            <a:ext cx="7863840" cy="6012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总结决策要点 1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0080" y="1126998"/>
            <a:ext cx="3238805" cy="16043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总结决策需要纳入整体更新策略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老院区更新完整汇报</dc:title>
  <dc:subject>老院区更新完整汇报</dc:subject>
  <dc:creator>Archium</dc:creator>
  <cp:lastModifiedBy>Archium</cp:lastModifiedBy>
  <cp:revision>1</cp:revision>
  <dcterms:created xsi:type="dcterms:W3CDTF">2026-07-20T16:37:19Z</dcterms:created>
  <dcterms:modified xsi:type="dcterms:W3CDTF">2026-07-20T16:37:19Z</dcterms:modified>
</cp:coreProperties>
</file>